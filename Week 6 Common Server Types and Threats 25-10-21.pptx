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59" r:id="rId4"/>
    <p:sldMasterId id="2147483965" r:id="rId5"/>
  </p:sldMasterIdLst>
  <p:notesMasterIdLst>
    <p:notesMasterId r:id="rId72"/>
  </p:notesMasterIdLst>
  <p:handoutMasterIdLst>
    <p:handoutMasterId r:id="rId73"/>
  </p:handoutMasterIdLst>
  <p:sldIdLst>
    <p:sldId id="257" r:id="rId6"/>
    <p:sldId id="258" r:id="rId7"/>
    <p:sldId id="259" r:id="rId8"/>
    <p:sldId id="298" r:id="rId9"/>
    <p:sldId id="261" r:id="rId10"/>
    <p:sldId id="262" r:id="rId11"/>
    <p:sldId id="263" r:id="rId12"/>
    <p:sldId id="264" r:id="rId13"/>
    <p:sldId id="299" r:id="rId14"/>
    <p:sldId id="270" r:id="rId15"/>
    <p:sldId id="300" r:id="rId16"/>
    <p:sldId id="277" r:id="rId17"/>
    <p:sldId id="278" r:id="rId18"/>
    <p:sldId id="279" r:id="rId19"/>
    <p:sldId id="280" r:id="rId20"/>
    <p:sldId id="281" r:id="rId21"/>
    <p:sldId id="282" r:id="rId22"/>
    <p:sldId id="301" r:id="rId23"/>
    <p:sldId id="284" r:id="rId24"/>
    <p:sldId id="285" r:id="rId25"/>
    <p:sldId id="286" r:id="rId26"/>
    <p:sldId id="287" r:id="rId27"/>
    <p:sldId id="288" r:id="rId28"/>
    <p:sldId id="289" r:id="rId29"/>
    <p:sldId id="290" r:id="rId30"/>
    <p:sldId id="302" r:id="rId31"/>
    <p:sldId id="292" r:id="rId32"/>
    <p:sldId id="293" r:id="rId33"/>
    <p:sldId id="294" r:id="rId34"/>
    <p:sldId id="303" r:id="rId35"/>
    <p:sldId id="304" r:id="rId36"/>
    <p:sldId id="305" r:id="rId37"/>
    <p:sldId id="306" r:id="rId38"/>
    <p:sldId id="260" r:id="rId39"/>
    <p:sldId id="307" r:id="rId40"/>
    <p:sldId id="308" r:id="rId41"/>
    <p:sldId id="309" r:id="rId42"/>
    <p:sldId id="310" r:id="rId43"/>
    <p:sldId id="265" r:id="rId44"/>
    <p:sldId id="266" r:id="rId45"/>
    <p:sldId id="267" r:id="rId46"/>
    <p:sldId id="268" r:id="rId47"/>
    <p:sldId id="269" r:id="rId48"/>
    <p:sldId id="311" r:id="rId49"/>
    <p:sldId id="271" r:id="rId50"/>
    <p:sldId id="272" r:id="rId51"/>
    <p:sldId id="273" r:id="rId52"/>
    <p:sldId id="274" r:id="rId53"/>
    <p:sldId id="275" r:id="rId54"/>
    <p:sldId id="276" r:id="rId55"/>
    <p:sldId id="312" r:id="rId56"/>
    <p:sldId id="313" r:id="rId57"/>
    <p:sldId id="314" r:id="rId58"/>
    <p:sldId id="315" r:id="rId59"/>
    <p:sldId id="316" r:id="rId60"/>
    <p:sldId id="317" r:id="rId61"/>
    <p:sldId id="283" r:id="rId62"/>
    <p:sldId id="318" r:id="rId63"/>
    <p:sldId id="319" r:id="rId64"/>
    <p:sldId id="320" r:id="rId65"/>
    <p:sldId id="321" r:id="rId66"/>
    <p:sldId id="322" r:id="rId67"/>
    <p:sldId id="323" r:id="rId68"/>
    <p:sldId id="324" r:id="rId69"/>
    <p:sldId id="296" r:id="rId70"/>
    <p:sldId id="297" r:id="rId71"/>
  </p:sldIdLst>
  <p:sldSz cx="12192000" cy="6858000"/>
  <p:notesSz cx="7099300" cy="10234613"/>
  <p:defaultTextStyle>
    <a:defPPr>
      <a:defRPr lang="zh-CN"/>
    </a:defPPr>
    <a:lvl1pPr algn="l" rtl="0" fontAlgn="t">
      <a:spcBef>
        <a:spcPct val="0"/>
      </a:spcBef>
      <a:spcAft>
        <a:spcPct val="0"/>
      </a:spcAft>
      <a:defRPr sz="1000" kern="1200">
        <a:solidFill>
          <a:schemeClr val="tx1"/>
        </a:solidFill>
        <a:latin typeface="FrutigerNext LT Regular" pitchFamily="34" charset="0"/>
        <a:ea typeface="宋体" charset="-122"/>
        <a:cs typeface="+mn-cs"/>
      </a:defRPr>
    </a:lvl1pPr>
    <a:lvl2pPr marL="457200" algn="l" rtl="0" fontAlgn="t">
      <a:spcBef>
        <a:spcPct val="0"/>
      </a:spcBef>
      <a:spcAft>
        <a:spcPct val="0"/>
      </a:spcAft>
      <a:defRPr sz="1000" kern="1200">
        <a:solidFill>
          <a:schemeClr val="tx1"/>
        </a:solidFill>
        <a:latin typeface="FrutigerNext LT Regular" pitchFamily="34" charset="0"/>
        <a:ea typeface="宋体" charset="-122"/>
        <a:cs typeface="+mn-cs"/>
      </a:defRPr>
    </a:lvl2pPr>
    <a:lvl3pPr marL="914400" algn="l" rtl="0" fontAlgn="t">
      <a:spcBef>
        <a:spcPct val="0"/>
      </a:spcBef>
      <a:spcAft>
        <a:spcPct val="0"/>
      </a:spcAft>
      <a:defRPr sz="1000" kern="1200">
        <a:solidFill>
          <a:schemeClr val="tx1"/>
        </a:solidFill>
        <a:latin typeface="FrutigerNext LT Regular" pitchFamily="34" charset="0"/>
        <a:ea typeface="宋体" charset="-122"/>
        <a:cs typeface="+mn-cs"/>
      </a:defRPr>
    </a:lvl3pPr>
    <a:lvl4pPr marL="1371600" algn="l" rtl="0" fontAlgn="t">
      <a:spcBef>
        <a:spcPct val="0"/>
      </a:spcBef>
      <a:spcAft>
        <a:spcPct val="0"/>
      </a:spcAft>
      <a:defRPr sz="1000" kern="1200">
        <a:solidFill>
          <a:schemeClr val="tx1"/>
        </a:solidFill>
        <a:latin typeface="FrutigerNext LT Regular" pitchFamily="34" charset="0"/>
        <a:ea typeface="宋体" charset="-122"/>
        <a:cs typeface="+mn-cs"/>
      </a:defRPr>
    </a:lvl4pPr>
    <a:lvl5pPr marL="1828800" algn="l" rtl="0" fontAlgn="t">
      <a:spcBef>
        <a:spcPct val="0"/>
      </a:spcBef>
      <a:spcAft>
        <a:spcPct val="0"/>
      </a:spcAft>
      <a:defRPr sz="1000" kern="1200">
        <a:solidFill>
          <a:schemeClr val="tx1"/>
        </a:solidFill>
        <a:latin typeface="FrutigerNext LT Regular" pitchFamily="34" charset="0"/>
        <a:ea typeface="宋体" charset="-122"/>
        <a:cs typeface="+mn-cs"/>
      </a:defRPr>
    </a:lvl5pPr>
    <a:lvl6pPr marL="2286000" algn="l" defTabSz="914400" rtl="0" eaLnBrk="1" latinLnBrk="0" hangingPunct="1">
      <a:defRPr sz="1000" kern="1200">
        <a:solidFill>
          <a:schemeClr val="tx1"/>
        </a:solidFill>
        <a:latin typeface="FrutigerNext LT Regular" pitchFamily="34" charset="0"/>
        <a:ea typeface="宋体" charset="-122"/>
        <a:cs typeface="+mn-cs"/>
      </a:defRPr>
    </a:lvl6pPr>
    <a:lvl7pPr marL="2743200" algn="l" defTabSz="914400" rtl="0" eaLnBrk="1" latinLnBrk="0" hangingPunct="1">
      <a:defRPr sz="1000" kern="1200">
        <a:solidFill>
          <a:schemeClr val="tx1"/>
        </a:solidFill>
        <a:latin typeface="FrutigerNext LT Regular" pitchFamily="34" charset="0"/>
        <a:ea typeface="宋体" charset="-122"/>
        <a:cs typeface="+mn-cs"/>
      </a:defRPr>
    </a:lvl7pPr>
    <a:lvl8pPr marL="3200400" algn="l" defTabSz="914400" rtl="0" eaLnBrk="1" latinLnBrk="0" hangingPunct="1">
      <a:defRPr sz="1000" kern="1200">
        <a:solidFill>
          <a:schemeClr val="tx1"/>
        </a:solidFill>
        <a:latin typeface="FrutigerNext LT Regular" pitchFamily="34" charset="0"/>
        <a:ea typeface="宋体" charset="-122"/>
        <a:cs typeface="+mn-cs"/>
      </a:defRPr>
    </a:lvl8pPr>
    <a:lvl9pPr marL="3657600" algn="l" defTabSz="914400" rtl="0" eaLnBrk="1" latinLnBrk="0" hangingPunct="1">
      <a:defRPr sz="1000" kern="1200">
        <a:solidFill>
          <a:schemeClr val="tx1"/>
        </a:solidFill>
        <a:latin typeface="FrutigerNext LT Regular" pitchFamily="34" charset="0"/>
        <a:ea typeface="宋体" charset="-122"/>
        <a:cs typeface="+mn-cs"/>
      </a:defRPr>
    </a:lvl9pPr>
  </p:defaultTextStyle>
  <p:extLst>
    <p:ext uri="{EFAFB233-063F-42B5-8137-9DF3F51BA10A}">
      <p15:sldGuideLst xmlns:p15="http://schemas.microsoft.com/office/powerpoint/2012/main">
        <p15:guide id="1" pos="3840" userDrawn="1">
          <p15:clr>
            <a:srgbClr val="A4A3A4"/>
          </p15:clr>
        </p15:guide>
        <p15:guide id="2" pos="635" userDrawn="1">
          <p15:clr>
            <a:srgbClr val="A4A3A4"/>
          </p15:clr>
        </p15:guide>
        <p15:guide id="3" pos="7227" userDrawn="1">
          <p15:clr>
            <a:srgbClr val="A4A3A4"/>
          </p15:clr>
        </p15:guide>
        <p15:guide id="4" orient="horz" pos="777" userDrawn="1">
          <p15:clr>
            <a:srgbClr val="A4A3A4"/>
          </p15:clr>
        </p15:guide>
        <p15:guide id="5" orient="horz" pos="4042" userDrawn="1">
          <p15:clr>
            <a:srgbClr val="A4A3A4"/>
          </p15:clr>
        </p15:guide>
        <p15:guide id="6" orient="horz" pos="2387" userDrawn="1">
          <p15:clr>
            <a:srgbClr val="A4A3A4"/>
          </p15:clr>
        </p15:guide>
      </p15:sldGuideLst>
    </p:ext>
    <p:ext uri="{2D200454-40CA-4A62-9FC3-DE9A4176ACB9}">
      <p15:notesGuideLst xmlns:p15="http://schemas.microsoft.com/office/powerpoint/2012/main">
        <p15:guide id="1" orient="horz" pos="2908" userDrawn="1">
          <p15:clr>
            <a:srgbClr val="A4A3A4"/>
          </p15:clr>
        </p15:guide>
        <p15:guide id="2" orient="horz" pos="482" userDrawn="1">
          <p15:clr>
            <a:srgbClr val="A4A3A4"/>
          </p15:clr>
        </p15:guide>
        <p15:guide id="3" pos="2440" userDrawn="1">
          <p15:clr>
            <a:srgbClr val="A4A3A4"/>
          </p15:clr>
        </p15:guide>
        <p15:guide id="4" pos="234" userDrawn="1">
          <p15:clr>
            <a:srgbClr val="A4A3A4"/>
          </p15:clr>
        </p15:guide>
        <p15:guide id="5" pos="424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00280246" initials="w" lastIdx="13" clrIdx="0"/>
  <p:cmAuthor id="1" name="huangwenyong" initials="h"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FF0909"/>
    <a:srgbClr val="CF6B63"/>
    <a:srgbClr val="E7CCC7"/>
    <a:srgbClr val="FFC1C1"/>
    <a:srgbClr val="EE0000"/>
    <a:srgbClr val="54000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711" autoAdjust="0"/>
    <p:restoredTop sz="84500" autoAdjust="0"/>
  </p:normalViewPr>
  <p:slideViewPr>
    <p:cSldViewPr showGuides="1">
      <p:cViewPr varScale="1">
        <p:scale>
          <a:sx n="74" d="100"/>
          <a:sy n="74" d="100"/>
        </p:scale>
        <p:origin x="200" y="520"/>
      </p:cViewPr>
      <p:guideLst>
        <p:guide pos="3840"/>
        <p:guide pos="635"/>
        <p:guide pos="7227"/>
        <p:guide orient="horz" pos="777"/>
        <p:guide orient="horz" pos="4042"/>
        <p:guide orient="horz" pos="2387"/>
      </p:guideLst>
    </p:cSldViewPr>
  </p:slideViewPr>
  <p:notesTextViewPr>
    <p:cViewPr>
      <p:scale>
        <a:sx n="75" d="100"/>
        <a:sy n="75" d="100"/>
      </p:scale>
      <p:origin x="0" y="0"/>
    </p:cViewPr>
  </p:notesTextViewPr>
  <p:sorterViewPr>
    <p:cViewPr>
      <p:scale>
        <a:sx n="66" d="100"/>
        <a:sy n="66" d="100"/>
      </p:scale>
      <p:origin x="0" y="3576"/>
    </p:cViewPr>
  </p:sorterViewPr>
  <p:notesViewPr>
    <p:cSldViewPr showGuides="1">
      <p:cViewPr varScale="1">
        <p:scale>
          <a:sx n="74" d="100"/>
          <a:sy n="74" d="100"/>
        </p:scale>
        <p:origin x="1464" y="66"/>
      </p:cViewPr>
      <p:guideLst>
        <p:guide orient="horz" pos="2908"/>
        <p:guide orient="horz" pos="482"/>
        <p:guide pos="2440"/>
        <p:guide pos="234"/>
        <p:guide pos="4248"/>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s>
</file>

<file path=ppt/diagrams/_rels/data3.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image" Target="../media/image48.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image" Target="../media/image48.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1A1C857-9C49-4D69-A539-499DAD9DB01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zh-CN" altLang="en-US"/>
        </a:p>
      </dgm:t>
    </dgm:pt>
    <dgm:pt modelId="{D60C7074-D826-4F7B-ACF3-B520A051F44C}">
      <dgm:prSet phldrT="[文本]" custT="1"/>
      <dgm:spPr>
        <a:solidFill>
          <a:srgbClr val="C00000"/>
        </a:solidFill>
        <a:ln>
          <a:noFill/>
        </a:ln>
      </dgm:spPr>
      <dgm:t>
        <a:bodyPr/>
        <a:lstStyle/>
        <a:p>
          <a:r>
            <a:rPr lang="en-US" altLang="zh-CN" sz="1400" dirty="0">
              <a:latin typeface="微软雅黑" panose="020B0503020204020204" pitchFamily="34" charset="-122"/>
              <a:ea typeface="微软雅黑" panose="020B0503020204020204" pitchFamily="34" charset="-122"/>
            </a:rPr>
            <a:t>Security threats</a:t>
          </a:r>
          <a:endParaRPr lang="zh-CN" altLang="en-US" sz="1400" dirty="0">
            <a:latin typeface="微软雅黑" panose="020B0503020204020204" pitchFamily="34" charset="-122"/>
            <a:ea typeface="微软雅黑" panose="020B0503020204020204" pitchFamily="34" charset="-122"/>
          </a:endParaRPr>
        </a:p>
      </dgm:t>
    </dgm:pt>
    <dgm:pt modelId="{41C0A0C6-9862-4F22-9602-FF048E21B788}" type="parTrans" cxnId="{72379AFA-A55D-4624-A1E5-392BDB590A80}">
      <dgm:prSet/>
      <dgm:spPr/>
      <dgm:t>
        <a:bodyPr/>
        <a:lstStyle/>
        <a:p>
          <a:endParaRPr lang="zh-CN" altLang="en-US" sz="1400"/>
        </a:p>
      </dgm:t>
    </dgm:pt>
    <dgm:pt modelId="{C496EBFD-82B5-49D7-988F-15528B45F522}" type="sibTrans" cxnId="{72379AFA-A55D-4624-A1E5-392BDB590A80}">
      <dgm:prSet/>
      <dgm:spPr/>
      <dgm:t>
        <a:bodyPr/>
        <a:lstStyle/>
        <a:p>
          <a:endParaRPr lang="zh-CN" altLang="en-US" sz="1400"/>
        </a:p>
      </dgm:t>
    </dgm:pt>
    <dgm:pt modelId="{8FF3F4BE-1087-4793-BC42-D94F09EEA88A}">
      <dgm:prSet phldrT="[文本]" custT="1"/>
      <dgm:spPr>
        <a:solidFill>
          <a:schemeClr val="bg1">
            <a:lumMod val="95000"/>
          </a:schemeClr>
        </a:solidFill>
        <a:ln>
          <a:solidFill>
            <a:schemeClr val="tx1"/>
          </a:solidFill>
        </a:ln>
      </dgm:spPr>
      <dgm:t>
        <a:bodyPr/>
        <a:lstStyle/>
        <a:p>
          <a:pPr>
            <a:lnSpc>
              <a:spcPct val="100000"/>
            </a:lnSpc>
            <a:spcAft>
              <a:spcPts val="0"/>
            </a:spcAft>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dgm:t>
    </dgm:pt>
    <dgm:pt modelId="{E48FBA5A-7DD5-44DC-B24B-8BD49D83EA56}" type="parTrans" cxnId="{896D142D-CC26-42EC-A433-46D3B3E9E00E}">
      <dgm:prSet custT="1"/>
      <dgm:spPr>
        <a:ln>
          <a:solidFill>
            <a:schemeClr val="tx1"/>
          </a:solidFill>
        </a:ln>
      </dgm:spPr>
      <dgm:t>
        <a:bodyPr/>
        <a:lstStyle/>
        <a:p>
          <a:endParaRPr lang="zh-CN" altLang="en-US" sz="1400"/>
        </a:p>
      </dgm:t>
    </dgm:pt>
    <dgm:pt modelId="{EA299AAD-CA15-43EB-8079-94EAFCA27D49}" type="sibTrans" cxnId="{896D142D-CC26-42EC-A433-46D3B3E9E00E}">
      <dgm:prSet/>
      <dgm:spPr/>
      <dgm:t>
        <a:bodyPr/>
        <a:lstStyle/>
        <a:p>
          <a:endParaRPr lang="zh-CN" altLang="en-US" sz="1400"/>
        </a:p>
      </dgm:t>
    </dgm:pt>
    <dgm:pt modelId="{69DDF156-8F07-433F-B94B-BFDC026CD480}">
      <dgm:prSet phldrT="[文本]" custT="1"/>
      <dgm:spPr>
        <a:solidFill>
          <a:schemeClr val="bg1">
            <a:lumMod val="95000"/>
          </a:schemeClr>
        </a:solidFill>
        <a:ln>
          <a:solidFill>
            <a:schemeClr val="tx1"/>
          </a:solidFill>
        </a:ln>
      </dgm:spPr>
      <dgm:t>
        <a:bodyPr/>
        <a:lstStyle/>
        <a:p>
          <a:endParaRPr lang="zh-CN" altLang="en-US" sz="1200" dirty="0">
            <a:solidFill>
              <a:sysClr val="windowText" lastClr="000000"/>
            </a:solidFill>
            <a:latin typeface="微软雅黑" panose="020B0503020204020204" pitchFamily="34" charset="-122"/>
            <a:ea typeface="微软雅黑" panose="020B0503020204020204" pitchFamily="34" charset="-122"/>
          </a:endParaRPr>
        </a:p>
      </dgm:t>
    </dgm:pt>
    <dgm:pt modelId="{0FA14C29-3A8C-4EEE-9965-75CD0471477B}" type="parTrans" cxnId="{7BC4EF12-042D-4EDB-9EB2-BF58DC3B782F}">
      <dgm:prSet custT="1"/>
      <dgm:spPr>
        <a:ln>
          <a:solidFill>
            <a:schemeClr val="tx1"/>
          </a:solidFill>
        </a:ln>
      </dgm:spPr>
      <dgm:t>
        <a:bodyPr/>
        <a:lstStyle/>
        <a:p>
          <a:endParaRPr lang="zh-CN" altLang="en-US" sz="1400"/>
        </a:p>
      </dgm:t>
    </dgm:pt>
    <dgm:pt modelId="{1E3EE4BD-5BEA-40C5-A504-560353CA0719}" type="sibTrans" cxnId="{7BC4EF12-042D-4EDB-9EB2-BF58DC3B782F}">
      <dgm:prSet/>
      <dgm:spPr/>
      <dgm:t>
        <a:bodyPr/>
        <a:lstStyle/>
        <a:p>
          <a:endParaRPr lang="zh-CN" altLang="en-US" sz="1400"/>
        </a:p>
      </dgm:t>
    </dgm:pt>
    <dgm:pt modelId="{2B157463-0B37-4A05-910C-FB57464A21B6}">
      <dgm:prSet phldrT="[文本]" custT="1"/>
      <dgm:spPr>
        <a:solidFill>
          <a:schemeClr val="bg1">
            <a:lumMod val="95000"/>
          </a:schemeClr>
        </a:solidFill>
        <a:ln>
          <a:solidFill>
            <a:schemeClr val="tx1"/>
          </a:solidFill>
        </a:ln>
      </dgm:spPr>
      <dgm:t>
        <a:bodyPr/>
        <a:lstStyle/>
        <a:p>
          <a:endParaRPr lang="zh-CN" altLang="en-US" sz="1200" dirty="0">
            <a:solidFill>
              <a:sysClr val="windowText" lastClr="000000"/>
            </a:solidFill>
            <a:latin typeface="微软雅黑" panose="020B0503020204020204" pitchFamily="34" charset="-122"/>
            <a:ea typeface="微软雅黑" panose="020B0503020204020204" pitchFamily="34" charset="-122"/>
          </a:endParaRPr>
        </a:p>
      </dgm:t>
    </dgm:pt>
    <dgm:pt modelId="{242CE773-8FBC-4981-91DB-E407DF4302E1}" type="parTrans" cxnId="{0C6D347A-488A-4388-BBB9-0E9CA6E58659}">
      <dgm:prSet custT="1"/>
      <dgm:spPr>
        <a:ln>
          <a:solidFill>
            <a:schemeClr val="tx1"/>
          </a:solidFill>
        </a:ln>
      </dgm:spPr>
      <dgm:t>
        <a:bodyPr/>
        <a:lstStyle/>
        <a:p>
          <a:endParaRPr lang="zh-CN" altLang="en-US" sz="1400" dirty="0"/>
        </a:p>
      </dgm:t>
    </dgm:pt>
    <dgm:pt modelId="{65DAE451-7769-4FAA-B9D7-B6B5D1F41642}" type="sibTrans" cxnId="{0C6D347A-488A-4388-BBB9-0E9CA6E58659}">
      <dgm:prSet/>
      <dgm:spPr/>
      <dgm:t>
        <a:bodyPr/>
        <a:lstStyle/>
        <a:p>
          <a:endParaRPr lang="zh-CN" altLang="en-US" sz="1400"/>
        </a:p>
      </dgm:t>
    </dgm:pt>
    <dgm:pt modelId="{E6596984-768B-4DDF-9506-F7FE0B5579ED}">
      <dgm:prSet phldrT="[文本]" custT="1"/>
      <dgm:spPr>
        <a:solidFill>
          <a:schemeClr val="bg1">
            <a:lumMod val="95000"/>
          </a:schemeClr>
        </a:solidFill>
        <a:ln>
          <a:solidFill>
            <a:schemeClr val="tx1"/>
          </a:solidFill>
        </a:ln>
      </dgm:spPr>
      <dgm:t>
        <a:bodyPr/>
        <a:lstStyle/>
        <a:p>
          <a:pPr>
            <a:lnSpc>
              <a:spcPct val="100000"/>
            </a:lnSpc>
            <a:spcAft>
              <a:spcPts val="0"/>
            </a:spcAft>
          </a:pPr>
          <a:endParaRPr lang="zh-CN" altLang="en-US" sz="1200" dirty="0">
            <a:solidFill>
              <a:sysClr val="windowText" lastClr="000000"/>
            </a:solidFill>
            <a:latin typeface="微软雅黑" panose="020B0503020204020204" pitchFamily="34" charset="-122"/>
            <a:ea typeface="微软雅黑" panose="020B0503020204020204" pitchFamily="34" charset="-122"/>
          </a:endParaRPr>
        </a:p>
      </dgm:t>
    </dgm:pt>
    <dgm:pt modelId="{2795FA0D-10A1-48BF-B130-F18DEEA1F2C7}" type="parTrans" cxnId="{330D70F9-5646-4920-8C1D-B32C531AD6B2}">
      <dgm:prSet custT="1"/>
      <dgm:spPr>
        <a:ln>
          <a:solidFill>
            <a:schemeClr val="tx1"/>
          </a:solidFill>
        </a:ln>
      </dgm:spPr>
      <dgm:t>
        <a:bodyPr/>
        <a:lstStyle/>
        <a:p>
          <a:endParaRPr lang="zh-CN" altLang="en-US" sz="1400"/>
        </a:p>
      </dgm:t>
    </dgm:pt>
    <dgm:pt modelId="{80531C52-F56F-4717-B3DB-90EE8DE0977F}" type="sibTrans" cxnId="{330D70F9-5646-4920-8C1D-B32C531AD6B2}">
      <dgm:prSet/>
      <dgm:spPr/>
      <dgm:t>
        <a:bodyPr/>
        <a:lstStyle/>
        <a:p>
          <a:endParaRPr lang="zh-CN" altLang="en-US" sz="1400"/>
        </a:p>
      </dgm:t>
    </dgm:pt>
    <dgm:pt modelId="{ED99B4B9-F667-4A06-AB78-8A7041DD0A33}">
      <dgm:prSet phldrT="[文本]" custT="1"/>
      <dgm:spPr>
        <a:solidFill>
          <a:schemeClr val="bg1">
            <a:lumMod val="95000"/>
          </a:schemeClr>
        </a:solidFill>
        <a:ln>
          <a:solidFill>
            <a:schemeClr val="tx1"/>
          </a:solidFill>
        </a:ln>
      </dgm:spPr>
      <dgm:t>
        <a:bodyPr/>
        <a:lstStyle/>
        <a:p>
          <a:endParaRPr lang="zh-CN" altLang="en-US" sz="1200" dirty="0">
            <a:solidFill>
              <a:sysClr val="windowText" lastClr="000000"/>
            </a:solidFill>
            <a:latin typeface="微软雅黑" panose="020B0503020204020204" pitchFamily="34" charset="-122"/>
            <a:ea typeface="微软雅黑" panose="020B0503020204020204" pitchFamily="34" charset="-122"/>
          </a:endParaRPr>
        </a:p>
      </dgm:t>
    </dgm:pt>
    <dgm:pt modelId="{991A1D96-AE89-4C52-8740-AF853CB2FDB1}" type="parTrans" cxnId="{7AEDE844-47A5-4F63-AC9B-3A86DF6538CA}">
      <dgm:prSet custT="1"/>
      <dgm:spPr>
        <a:ln>
          <a:solidFill>
            <a:schemeClr val="tx1"/>
          </a:solidFill>
        </a:ln>
      </dgm:spPr>
      <dgm:t>
        <a:bodyPr/>
        <a:lstStyle/>
        <a:p>
          <a:endParaRPr lang="zh-CN" altLang="en-US" sz="1400"/>
        </a:p>
      </dgm:t>
    </dgm:pt>
    <dgm:pt modelId="{90B83461-AD85-476E-BA60-70F1C1E481F0}" type="sibTrans" cxnId="{7AEDE844-47A5-4F63-AC9B-3A86DF6538CA}">
      <dgm:prSet/>
      <dgm:spPr/>
      <dgm:t>
        <a:bodyPr/>
        <a:lstStyle/>
        <a:p>
          <a:endParaRPr lang="zh-CN" altLang="en-US" sz="1400"/>
        </a:p>
      </dgm:t>
    </dgm:pt>
    <dgm:pt modelId="{DD8E75CD-A3A9-45D1-BBCA-B3F28A0362CF}" type="pres">
      <dgm:prSet presAssocID="{11A1C857-9C49-4D69-A539-499DAD9DB01C}" presName="cycle" presStyleCnt="0">
        <dgm:presLayoutVars>
          <dgm:chMax val="1"/>
          <dgm:dir/>
          <dgm:animLvl val="ctr"/>
          <dgm:resizeHandles val="exact"/>
        </dgm:presLayoutVars>
      </dgm:prSet>
      <dgm:spPr/>
    </dgm:pt>
    <dgm:pt modelId="{24F814E6-9BF5-4A20-BFDD-FFC8BF8B6341}" type="pres">
      <dgm:prSet presAssocID="{D60C7074-D826-4F7B-ACF3-B520A051F44C}" presName="centerShape" presStyleLbl="node0" presStyleIdx="0" presStyleCnt="1"/>
      <dgm:spPr/>
    </dgm:pt>
    <dgm:pt modelId="{F42D4784-5025-43F9-9251-D2CD8A49536B}" type="pres">
      <dgm:prSet presAssocID="{E48FBA5A-7DD5-44DC-B24B-8BD49D83EA56}" presName="Name9" presStyleLbl="parChTrans1D2" presStyleIdx="0" presStyleCnt="5"/>
      <dgm:spPr/>
    </dgm:pt>
    <dgm:pt modelId="{97427F0C-BDBB-4C58-89E4-4C6727E99B56}" type="pres">
      <dgm:prSet presAssocID="{E48FBA5A-7DD5-44DC-B24B-8BD49D83EA56}" presName="connTx" presStyleLbl="parChTrans1D2" presStyleIdx="0" presStyleCnt="5"/>
      <dgm:spPr/>
    </dgm:pt>
    <dgm:pt modelId="{66EF7F64-E7BF-485A-B5FE-3E75121C9156}" type="pres">
      <dgm:prSet presAssocID="{8FF3F4BE-1087-4793-BC42-D94F09EEA88A}" presName="node" presStyleLbl="node1" presStyleIdx="0" presStyleCnt="5">
        <dgm:presLayoutVars>
          <dgm:bulletEnabled val="1"/>
        </dgm:presLayoutVars>
      </dgm:prSet>
      <dgm:spPr/>
    </dgm:pt>
    <dgm:pt modelId="{067628BF-4310-49F8-B96F-F7EDCA4040B1}" type="pres">
      <dgm:prSet presAssocID="{991A1D96-AE89-4C52-8740-AF853CB2FDB1}" presName="Name9" presStyleLbl="parChTrans1D2" presStyleIdx="1" presStyleCnt="5"/>
      <dgm:spPr/>
    </dgm:pt>
    <dgm:pt modelId="{DED70064-6A37-4F3C-8D09-3AD78803CDE8}" type="pres">
      <dgm:prSet presAssocID="{991A1D96-AE89-4C52-8740-AF853CB2FDB1}" presName="connTx" presStyleLbl="parChTrans1D2" presStyleIdx="1" presStyleCnt="5"/>
      <dgm:spPr/>
    </dgm:pt>
    <dgm:pt modelId="{EBD1547C-8C73-41C0-B46A-7D4F9800D703}" type="pres">
      <dgm:prSet presAssocID="{ED99B4B9-F667-4A06-AB78-8A7041DD0A33}" presName="node" presStyleLbl="node1" presStyleIdx="1" presStyleCnt="5">
        <dgm:presLayoutVars>
          <dgm:bulletEnabled val="1"/>
        </dgm:presLayoutVars>
      </dgm:prSet>
      <dgm:spPr/>
    </dgm:pt>
    <dgm:pt modelId="{E08140BE-1239-4DE4-BD76-3135FAAB9BA9}" type="pres">
      <dgm:prSet presAssocID="{0FA14C29-3A8C-4EEE-9965-75CD0471477B}" presName="Name9" presStyleLbl="parChTrans1D2" presStyleIdx="2" presStyleCnt="5"/>
      <dgm:spPr/>
    </dgm:pt>
    <dgm:pt modelId="{12AB68D1-7D00-4D02-8F67-FB129AF4C512}" type="pres">
      <dgm:prSet presAssocID="{0FA14C29-3A8C-4EEE-9965-75CD0471477B}" presName="connTx" presStyleLbl="parChTrans1D2" presStyleIdx="2" presStyleCnt="5"/>
      <dgm:spPr/>
    </dgm:pt>
    <dgm:pt modelId="{95F9DB72-6E9C-4EF1-B98F-60BF5FA66C52}" type="pres">
      <dgm:prSet presAssocID="{69DDF156-8F07-433F-B94B-BFDC026CD480}" presName="node" presStyleLbl="node1" presStyleIdx="2" presStyleCnt="5">
        <dgm:presLayoutVars>
          <dgm:bulletEnabled val="1"/>
        </dgm:presLayoutVars>
      </dgm:prSet>
      <dgm:spPr/>
    </dgm:pt>
    <dgm:pt modelId="{E6B72EC2-A7C9-4AA2-9B44-89E83746FE4D}" type="pres">
      <dgm:prSet presAssocID="{242CE773-8FBC-4981-91DB-E407DF4302E1}" presName="Name9" presStyleLbl="parChTrans1D2" presStyleIdx="3" presStyleCnt="5"/>
      <dgm:spPr/>
    </dgm:pt>
    <dgm:pt modelId="{53A77F10-1A25-455B-AAE4-A5166FBFCFED}" type="pres">
      <dgm:prSet presAssocID="{242CE773-8FBC-4981-91DB-E407DF4302E1}" presName="connTx" presStyleLbl="parChTrans1D2" presStyleIdx="3" presStyleCnt="5"/>
      <dgm:spPr/>
    </dgm:pt>
    <dgm:pt modelId="{A51D0015-8DAC-4C84-9007-FAB0DCB832CE}" type="pres">
      <dgm:prSet presAssocID="{2B157463-0B37-4A05-910C-FB57464A21B6}" presName="node" presStyleLbl="node1" presStyleIdx="3" presStyleCnt="5">
        <dgm:presLayoutVars>
          <dgm:bulletEnabled val="1"/>
        </dgm:presLayoutVars>
      </dgm:prSet>
      <dgm:spPr/>
    </dgm:pt>
    <dgm:pt modelId="{A68FF639-843D-464B-BD40-47BEE4A2B554}" type="pres">
      <dgm:prSet presAssocID="{2795FA0D-10A1-48BF-B130-F18DEEA1F2C7}" presName="Name9" presStyleLbl="parChTrans1D2" presStyleIdx="4" presStyleCnt="5"/>
      <dgm:spPr/>
    </dgm:pt>
    <dgm:pt modelId="{46C4D1E2-C150-4512-839C-AF2DEC39DDDE}" type="pres">
      <dgm:prSet presAssocID="{2795FA0D-10A1-48BF-B130-F18DEEA1F2C7}" presName="connTx" presStyleLbl="parChTrans1D2" presStyleIdx="4" presStyleCnt="5"/>
      <dgm:spPr/>
    </dgm:pt>
    <dgm:pt modelId="{B4D62A40-4091-478F-B57C-4A083DF99EF8}" type="pres">
      <dgm:prSet presAssocID="{E6596984-768B-4DDF-9506-F7FE0B5579ED}" presName="node" presStyleLbl="node1" presStyleIdx="4" presStyleCnt="5">
        <dgm:presLayoutVars>
          <dgm:bulletEnabled val="1"/>
        </dgm:presLayoutVars>
      </dgm:prSet>
      <dgm:spPr/>
    </dgm:pt>
  </dgm:ptLst>
  <dgm:cxnLst>
    <dgm:cxn modelId="{7F0C0500-CE96-443F-930E-ECBF07087FA2}" type="presOf" srcId="{ED99B4B9-F667-4A06-AB78-8A7041DD0A33}" destId="{EBD1547C-8C73-41C0-B46A-7D4F9800D703}" srcOrd="0" destOrd="0" presId="urn:microsoft.com/office/officeart/2005/8/layout/radial1"/>
    <dgm:cxn modelId="{75F68F05-0712-4DB0-9445-F3E03267C65D}" type="presOf" srcId="{0FA14C29-3A8C-4EEE-9965-75CD0471477B}" destId="{12AB68D1-7D00-4D02-8F67-FB129AF4C512}" srcOrd="1" destOrd="0" presId="urn:microsoft.com/office/officeart/2005/8/layout/radial1"/>
    <dgm:cxn modelId="{4618D60C-05BF-455A-872E-773607BFE780}" type="presOf" srcId="{8FF3F4BE-1087-4793-BC42-D94F09EEA88A}" destId="{66EF7F64-E7BF-485A-B5FE-3E75121C9156}" srcOrd="0" destOrd="0" presId="urn:microsoft.com/office/officeart/2005/8/layout/radial1"/>
    <dgm:cxn modelId="{7BC4EF12-042D-4EDB-9EB2-BF58DC3B782F}" srcId="{D60C7074-D826-4F7B-ACF3-B520A051F44C}" destId="{69DDF156-8F07-433F-B94B-BFDC026CD480}" srcOrd="2" destOrd="0" parTransId="{0FA14C29-3A8C-4EEE-9965-75CD0471477B}" sibTransId="{1E3EE4BD-5BEA-40C5-A504-560353CA0719}"/>
    <dgm:cxn modelId="{35CFE21B-3FBF-44CF-BC61-78C629EAFD23}" type="presOf" srcId="{E48FBA5A-7DD5-44DC-B24B-8BD49D83EA56}" destId="{F42D4784-5025-43F9-9251-D2CD8A49536B}" srcOrd="0" destOrd="0" presId="urn:microsoft.com/office/officeart/2005/8/layout/radial1"/>
    <dgm:cxn modelId="{896D142D-CC26-42EC-A433-46D3B3E9E00E}" srcId="{D60C7074-D826-4F7B-ACF3-B520A051F44C}" destId="{8FF3F4BE-1087-4793-BC42-D94F09EEA88A}" srcOrd="0" destOrd="0" parTransId="{E48FBA5A-7DD5-44DC-B24B-8BD49D83EA56}" sibTransId="{EA299AAD-CA15-43EB-8079-94EAFCA27D49}"/>
    <dgm:cxn modelId="{D8965D2E-C8A1-4FA5-904B-5A3881FF172F}" type="presOf" srcId="{E6596984-768B-4DDF-9506-F7FE0B5579ED}" destId="{B4D62A40-4091-478F-B57C-4A083DF99EF8}" srcOrd="0" destOrd="0" presId="urn:microsoft.com/office/officeart/2005/8/layout/radial1"/>
    <dgm:cxn modelId="{754E4634-0FDB-4C59-9F0C-E8901D34124A}" type="presOf" srcId="{11A1C857-9C49-4D69-A539-499DAD9DB01C}" destId="{DD8E75CD-A3A9-45D1-BBCA-B3F28A0362CF}" srcOrd="0" destOrd="0" presId="urn:microsoft.com/office/officeart/2005/8/layout/radial1"/>
    <dgm:cxn modelId="{8B7C873D-4CFE-4BD5-9A3E-9291A0E45C2D}" type="presOf" srcId="{2B157463-0B37-4A05-910C-FB57464A21B6}" destId="{A51D0015-8DAC-4C84-9007-FAB0DCB832CE}" srcOrd="0" destOrd="0" presId="urn:microsoft.com/office/officeart/2005/8/layout/radial1"/>
    <dgm:cxn modelId="{7AEDE844-47A5-4F63-AC9B-3A86DF6538CA}" srcId="{D60C7074-D826-4F7B-ACF3-B520A051F44C}" destId="{ED99B4B9-F667-4A06-AB78-8A7041DD0A33}" srcOrd="1" destOrd="0" parTransId="{991A1D96-AE89-4C52-8740-AF853CB2FDB1}" sibTransId="{90B83461-AD85-476E-BA60-70F1C1E481F0}"/>
    <dgm:cxn modelId="{D999134F-C725-4D3B-80B6-56853CB4F43D}" type="presOf" srcId="{242CE773-8FBC-4981-91DB-E407DF4302E1}" destId="{E6B72EC2-A7C9-4AA2-9B44-89E83746FE4D}" srcOrd="0" destOrd="0" presId="urn:microsoft.com/office/officeart/2005/8/layout/radial1"/>
    <dgm:cxn modelId="{D59AA261-BEEA-4200-A425-201C6C356973}" type="presOf" srcId="{D60C7074-D826-4F7B-ACF3-B520A051F44C}" destId="{24F814E6-9BF5-4A20-BFDD-FFC8BF8B6341}" srcOrd="0" destOrd="0" presId="urn:microsoft.com/office/officeart/2005/8/layout/radial1"/>
    <dgm:cxn modelId="{841B7975-2998-4FA3-BA04-56B3250419AA}" type="presOf" srcId="{0FA14C29-3A8C-4EEE-9965-75CD0471477B}" destId="{E08140BE-1239-4DE4-BD76-3135FAAB9BA9}" srcOrd="0" destOrd="0" presId="urn:microsoft.com/office/officeart/2005/8/layout/radial1"/>
    <dgm:cxn modelId="{0C6D347A-488A-4388-BBB9-0E9CA6E58659}" srcId="{D60C7074-D826-4F7B-ACF3-B520A051F44C}" destId="{2B157463-0B37-4A05-910C-FB57464A21B6}" srcOrd="3" destOrd="0" parTransId="{242CE773-8FBC-4981-91DB-E407DF4302E1}" sibTransId="{65DAE451-7769-4FAA-B9D7-B6B5D1F41642}"/>
    <dgm:cxn modelId="{8CB29594-92EC-4B19-8BEF-81062816EE7A}" type="presOf" srcId="{2795FA0D-10A1-48BF-B130-F18DEEA1F2C7}" destId="{46C4D1E2-C150-4512-839C-AF2DEC39DDDE}" srcOrd="1" destOrd="0" presId="urn:microsoft.com/office/officeart/2005/8/layout/radial1"/>
    <dgm:cxn modelId="{EF198597-C48E-43D2-884D-8EA8F9F53C0A}" type="presOf" srcId="{E48FBA5A-7DD5-44DC-B24B-8BD49D83EA56}" destId="{97427F0C-BDBB-4C58-89E4-4C6727E99B56}" srcOrd="1" destOrd="0" presId="urn:microsoft.com/office/officeart/2005/8/layout/radial1"/>
    <dgm:cxn modelId="{AF939EA7-10C5-458A-87E5-FB8A34450A46}" type="presOf" srcId="{242CE773-8FBC-4981-91DB-E407DF4302E1}" destId="{53A77F10-1A25-455B-AAE4-A5166FBFCFED}" srcOrd="1" destOrd="0" presId="urn:microsoft.com/office/officeart/2005/8/layout/radial1"/>
    <dgm:cxn modelId="{0F7771BE-1B34-4473-B79E-89BCC0F08C46}" type="presOf" srcId="{69DDF156-8F07-433F-B94B-BFDC026CD480}" destId="{95F9DB72-6E9C-4EF1-B98F-60BF5FA66C52}" srcOrd="0" destOrd="0" presId="urn:microsoft.com/office/officeart/2005/8/layout/radial1"/>
    <dgm:cxn modelId="{187349D3-8132-4A28-B7DF-2AE774A7C858}" type="presOf" srcId="{991A1D96-AE89-4C52-8740-AF853CB2FDB1}" destId="{DED70064-6A37-4F3C-8D09-3AD78803CDE8}" srcOrd="1" destOrd="0" presId="urn:microsoft.com/office/officeart/2005/8/layout/radial1"/>
    <dgm:cxn modelId="{5BC552E2-9A44-4F55-B533-448DE95521F4}" type="presOf" srcId="{2795FA0D-10A1-48BF-B130-F18DEEA1F2C7}" destId="{A68FF639-843D-464B-BD40-47BEE4A2B554}" srcOrd="0" destOrd="0" presId="urn:microsoft.com/office/officeart/2005/8/layout/radial1"/>
    <dgm:cxn modelId="{E5B86CF6-C827-458D-835C-7904E53ED83E}" type="presOf" srcId="{991A1D96-AE89-4C52-8740-AF853CB2FDB1}" destId="{067628BF-4310-49F8-B96F-F7EDCA4040B1}" srcOrd="0" destOrd="0" presId="urn:microsoft.com/office/officeart/2005/8/layout/radial1"/>
    <dgm:cxn modelId="{330D70F9-5646-4920-8C1D-B32C531AD6B2}" srcId="{D60C7074-D826-4F7B-ACF3-B520A051F44C}" destId="{E6596984-768B-4DDF-9506-F7FE0B5579ED}" srcOrd="4" destOrd="0" parTransId="{2795FA0D-10A1-48BF-B130-F18DEEA1F2C7}" sibTransId="{80531C52-F56F-4717-B3DB-90EE8DE0977F}"/>
    <dgm:cxn modelId="{72379AFA-A55D-4624-A1E5-392BDB590A80}" srcId="{11A1C857-9C49-4D69-A539-499DAD9DB01C}" destId="{D60C7074-D826-4F7B-ACF3-B520A051F44C}" srcOrd="0" destOrd="0" parTransId="{41C0A0C6-9862-4F22-9602-FF048E21B788}" sibTransId="{C496EBFD-82B5-49D7-988F-15528B45F522}"/>
    <dgm:cxn modelId="{774865C5-360D-45BE-8834-6D87CC3C6CEF}" type="presParOf" srcId="{DD8E75CD-A3A9-45D1-BBCA-B3F28A0362CF}" destId="{24F814E6-9BF5-4A20-BFDD-FFC8BF8B6341}" srcOrd="0" destOrd="0" presId="urn:microsoft.com/office/officeart/2005/8/layout/radial1"/>
    <dgm:cxn modelId="{8E72537B-CB71-46CE-88AA-D9DD717C2D84}" type="presParOf" srcId="{DD8E75CD-A3A9-45D1-BBCA-B3F28A0362CF}" destId="{F42D4784-5025-43F9-9251-D2CD8A49536B}" srcOrd="1" destOrd="0" presId="urn:microsoft.com/office/officeart/2005/8/layout/radial1"/>
    <dgm:cxn modelId="{14802C17-A92B-41D1-A973-0F3A271E61D7}" type="presParOf" srcId="{F42D4784-5025-43F9-9251-D2CD8A49536B}" destId="{97427F0C-BDBB-4C58-89E4-4C6727E99B56}" srcOrd="0" destOrd="0" presId="urn:microsoft.com/office/officeart/2005/8/layout/radial1"/>
    <dgm:cxn modelId="{0C7E8872-1F29-4754-B66F-C3341AB4413D}" type="presParOf" srcId="{DD8E75CD-A3A9-45D1-BBCA-B3F28A0362CF}" destId="{66EF7F64-E7BF-485A-B5FE-3E75121C9156}" srcOrd="2" destOrd="0" presId="urn:microsoft.com/office/officeart/2005/8/layout/radial1"/>
    <dgm:cxn modelId="{5B83DD36-BAF6-47C3-87C8-05163DB551BD}" type="presParOf" srcId="{DD8E75CD-A3A9-45D1-BBCA-B3F28A0362CF}" destId="{067628BF-4310-49F8-B96F-F7EDCA4040B1}" srcOrd="3" destOrd="0" presId="urn:microsoft.com/office/officeart/2005/8/layout/radial1"/>
    <dgm:cxn modelId="{1BD5A74C-DB20-43BF-ABD6-060899A101B2}" type="presParOf" srcId="{067628BF-4310-49F8-B96F-F7EDCA4040B1}" destId="{DED70064-6A37-4F3C-8D09-3AD78803CDE8}" srcOrd="0" destOrd="0" presId="urn:microsoft.com/office/officeart/2005/8/layout/radial1"/>
    <dgm:cxn modelId="{D7F32CE2-D50E-4C04-BADB-8957B724CE81}" type="presParOf" srcId="{DD8E75CD-A3A9-45D1-BBCA-B3F28A0362CF}" destId="{EBD1547C-8C73-41C0-B46A-7D4F9800D703}" srcOrd="4" destOrd="0" presId="urn:microsoft.com/office/officeart/2005/8/layout/radial1"/>
    <dgm:cxn modelId="{AB10D4B5-B14A-462A-9509-C91CD57C1A8C}" type="presParOf" srcId="{DD8E75CD-A3A9-45D1-BBCA-B3F28A0362CF}" destId="{E08140BE-1239-4DE4-BD76-3135FAAB9BA9}" srcOrd="5" destOrd="0" presId="urn:microsoft.com/office/officeart/2005/8/layout/radial1"/>
    <dgm:cxn modelId="{A17AC76F-A6A7-41CF-B998-C976D441FDB1}" type="presParOf" srcId="{E08140BE-1239-4DE4-BD76-3135FAAB9BA9}" destId="{12AB68D1-7D00-4D02-8F67-FB129AF4C512}" srcOrd="0" destOrd="0" presId="urn:microsoft.com/office/officeart/2005/8/layout/radial1"/>
    <dgm:cxn modelId="{98FC88E0-58DD-485C-AB04-B4B59ED4A75A}" type="presParOf" srcId="{DD8E75CD-A3A9-45D1-BBCA-B3F28A0362CF}" destId="{95F9DB72-6E9C-4EF1-B98F-60BF5FA66C52}" srcOrd="6" destOrd="0" presId="urn:microsoft.com/office/officeart/2005/8/layout/radial1"/>
    <dgm:cxn modelId="{D2F86D67-C11F-413B-A8F3-58332C9E98AF}" type="presParOf" srcId="{DD8E75CD-A3A9-45D1-BBCA-B3F28A0362CF}" destId="{E6B72EC2-A7C9-4AA2-9B44-89E83746FE4D}" srcOrd="7" destOrd="0" presId="urn:microsoft.com/office/officeart/2005/8/layout/radial1"/>
    <dgm:cxn modelId="{B9DA075D-84A9-4A70-8EEE-36596F12F4C1}" type="presParOf" srcId="{E6B72EC2-A7C9-4AA2-9B44-89E83746FE4D}" destId="{53A77F10-1A25-455B-AAE4-A5166FBFCFED}" srcOrd="0" destOrd="0" presId="urn:microsoft.com/office/officeart/2005/8/layout/radial1"/>
    <dgm:cxn modelId="{2C1F58E9-5AAB-482E-864F-DC6598AFB5B9}" type="presParOf" srcId="{DD8E75CD-A3A9-45D1-BBCA-B3F28A0362CF}" destId="{A51D0015-8DAC-4C84-9007-FAB0DCB832CE}" srcOrd="8" destOrd="0" presId="urn:microsoft.com/office/officeart/2005/8/layout/radial1"/>
    <dgm:cxn modelId="{332A7A90-9D0A-4F7C-8C3E-1D1FA1230A94}" type="presParOf" srcId="{DD8E75CD-A3A9-45D1-BBCA-B3F28A0362CF}" destId="{A68FF639-843D-464B-BD40-47BEE4A2B554}" srcOrd="9" destOrd="0" presId="urn:microsoft.com/office/officeart/2005/8/layout/radial1"/>
    <dgm:cxn modelId="{F7F696A2-CCF4-4F46-A1FB-405768A139A2}" type="presParOf" srcId="{A68FF639-843D-464B-BD40-47BEE4A2B554}" destId="{46C4D1E2-C150-4512-839C-AF2DEC39DDDE}" srcOrd="0" destOrd="0" presId="urn:microsoft.com/office/officeart/2005/8/layout/radial1"/>
    <dgm:cxn modelId="{B450C9A7-1C65-4F8E-87A1-C7BCC8E64309}" type="presParOf" srcId="{DD8E75CD-A3A9-45D1-BBCA-B3F28A0362CF}" destId="{B4D62A40-4091-478F-B57C-4A083DF99EF8}"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0CF357-F73D-4B4A-B28C-4105403BA93C}" type="doc">
      <dgm:prSet loTypeId="urn:microsoft.com/office/officeart/2005/8/layout/radial1" loCatId="cycle" qsTypeId="urn:microsoft.com/office/officeart/2005/8/quickstyle/simple1" qsCatId="simple" csTypeId="urn:microsoft.com/office/officeart/2005/8/colors/accent1_2" csCatId="accent1" phldr="1"/>
      <dgm:spPr/>
      <dgm:t>
        <a:bodyPr/>
        <a:lstStyle/>
        <a:p>
          <a:endParaRPr lang="zh-CN" altLang="en-US"/>
        </a:p>
      </dgm:t>
    </dgm:pt>
    <dgm:pt modelId="{578CB230-08E1-438A-9F40-0D87E23FAE68}">
      <dgm:prSet phldrT="[文本]" custT="1"/>
      <dgm:spPr>
        <a:solidFill>
          <a:srgbClr val="C00000"/>
        </a:solidFill>
        <a:ln>
          <a:noFill/>
        </a:ln>
      </dgm:spPr>
      <dgm:t>
        <a:bodyPr/>
        <a:lstStyle/>
        <a:p>
          <a:r>
            <a:rPr lang="en-US" altLang="zh-CN" sz="1600" dirty="0">
              <a:latin typeface="微软雅黑" panose="020B0503020204020204" pitchFamily="34" charset="-122"/>
              <a:ea typeface="微软雅黑" panose="020B0503020204020204" pitchFamily="34" charset="-122"/>
            </a:rPr>
            <a:t>Hazards</a:t>
          </a:r>
          <a:endParaRPr lang="zh-CN" altLang="en-US" sz="1600" dirty="0">
            <a:latin typeface="微软雅黑" panose="020B0503020204020204" pitchFamily="34" charset="-122"/>
            <a:ea typeface="微软雅黑" panose="020B0503020204020204" pitchFamily="34" charset="-122"/>
          </a:endParaRPr>
        </a:p>
      </dgm:t>
    </dgm:pt>
    <dgm:pt modelId="{D5E05D94-4A72-4C4F-A7EA-D76F9D580028}" type="parTrans" cxnId="{ADB0E320-928F-4A91-BBA4-3E176D5FFC83}">
      <dgm:prSet/>
      <dgm:spPr/>
      <dgm:t>
        <a:bodyPr/>
        <a:lstStyle/>
        <a:p>
          <a:endParaRPr lang="zh-CN" altLang="en-US"/>
        </a:p>
      </dgm:t>
    </dgm:pt>
    <dgm:pt modelId="{7CBAE039-9A21-46CD-938C-9563BEBE74EC}" type="sibTrans" cxnId="{ADB0E320-928F-4A91-BBA4-3E176D5FFC83}">
      <dgm:prSet/>
      <dgm:spPr/>
      <dgm:t>
        <a:bodyPr/>
        <a:lstStyle/>
        <a:p>
          <a:endParaRPr lang="zh-CN" altLang="en-US"/>
        </a:p>
      </dgm:t>
    </dgm:pt>
    <dgm:pt modelId="{14EEE7A6-426D-4865-9862-276C96BC02DA}">
      <dgm:prSet phldrT="[文本]" custT="1"/>
      <dgm:spPr>
        <a:solidFill>
          <a:schemeClr val="bg1">
            <a:lumMod val="95000"/>
          </a:schemeClr>
        </a:solidFill>
        <a:ln>
          <a:solidFill>
            <a:schemeClr val="tx1"/>
          </a:solidFill>
        </a:ln>
      </dgm:spPr>
      <dgm:t>
        <a:bodyPr/>
        <a:lstStyle/>
        <a:p>
          <a:r>
            <a:rPr lang="en-US" altLang="zh-CN" sz="1400" dirty="0">
              <a:solidFill>
                <a:schemeClr val="tx1"/>
              </a:solidFill>
              <a:latin typeface="微软雅黑" panose="020B0503020204020204" pitchFamily="34" charset="-122"/>
              <a:ea typeface="微软雅黑" panose="020B0503020204020204" pitchFamily="34" charset="-122"/>
            </a:rPr>
            <a:t>Permission bypass</a:t>
          </a:r>
          <a:endParaRPr lang="zh-CN" altLang="en-US" sz="1400" dirty="0">
            <a:solidFill>
              <a:schemeClr val="tx1"/>
            </a:solidFill>
            <a:latin typeface="微软雅黑" panose="020B0503020204020204" pitchFamily="34" charset="-122"/>
            <a:ea typeface="微软雅黑" panose="020B0503020204020204" pitchFamily="34" charset="-122"/>
          </a:endParaRPr>
        </a:p>
      </dgm:t>
    </dgm:pt>
    <dgm:pt modelId="{B0F627EB-585D-482E-ADEA-E456DAC712CC}" type="parTrans" cxnId="{4C9E33FB-F100-42E6-BC07-F25035E35CC5}">
      <dgm:prSet/>
      <dgm:spPr>
        <a:ln>
          <a:solidFill>
            <a:schemeClr val="tx1"/>
          </a:solidFill>
        </a:ln>
      </dgm:spPr>
      <dgm:t>
        <a:bodyPr/>
        <a:lstStyle/>
        <a:p>
          <a:endParaRPr lang="zh-CN" altLang="en-US"/>
        </a:p>
      </dgm:t>
    </dgm:pt>
    <dgm:pt modelId="{41096B94-724D-46CC-BF29-D0264FA43AFB}" type="sibTrans" cxnId="{4C9E33FB-F100-42E6-BC07-F25035E35CC5}">
      <dgm:prSet/>
      <dgm:spPr/>
      <dgm:t>
        <a:bodyPr/>
        <a:lstStyle/>
        <a:p>
          <a:endParaRPr lang="zh-CN" altLang="en-US"/>
        </a:p>
      </dgm:t>
    </dgm:pt>
    <dgm:pt modelId="{B0DD73B7-12FC-45B8-8739-37296CEA626E}">
      <dgm:prSet phldrT="[文本]" custT="1"/>
      <dgm:spPr>
        <a:solidFill>
          <a:schemeClr val="bg1">
            <a:lumMod val="95000"/>
          </a:schemeClr>
        </a:solidFill>
        <a:ln>
          <a:solidFill>
            <a:schemeClr val="tx1"/>
          </a:solidFill>
        </a:ln>
      </dgm:spPr>
      <dgm:t>
        <a:bodyPr/>
        <a:lstStyle/>
        <a:p>
          <a:r>
            <a:rPr lang="en-US" altLang="zh-CN" sz="1400" dirty="0">
              <a:solidFill>
                <a:schemeClr val="tx1"/>
              </a:solidFill>
              <a:latin typeface="微软雅黑" panose="020B0503020204020204" pitchFamily="34" charset="-122"/>
              <a:ea typeface="微软雅黑" panose="020B0503020204020204" pitchFamily="34" charset="-122"/>
            </a:rPr>
            <a:t>Data leakage</a:t>
          </a:r>
          <a:endParaRPr lang="zh-CN" altLang="en-US" sz="1400" dirty="0">
            <a:solidFill>
              <a:schemeClr val="tx1"/>
            </a:solidFill>
            <a:latin typeface="微软雅黑" panose="020B0503020204020204" pitchFamily="34" charset="-122"/>
            <a:ea typeface="微软雅黑" panose="020B0503020204020204" pitchFamily="34" charset="-122"/>
          </a:endParaRPr>
        </a:p>
      </dgm:t>
    </dgm:pt>
    <dgm:pt modelId="{36A97C68-52DD-44C1-BCF0-9967E0796762}" type="parTrans" cxnId="{EC788C27-E2FF-47EE-AB0C-1F6055567EBC}">
      <dgm:prSet/>
      <dgm:spPr>
        <a:ln>
          <a:solidFill>
            <a:schemeClr val="tx1"/>
          </a:solidFill>
        </a:ln>
      </dgm:spPr>
      <dgm:t>
        <a:bodyPr/>
        <a:lstStyle/>
        <a:p>
          <a:endParaRPr lang="zh-CN" altLang="en-US"/>
        </a:p>
      </dgm:t>
    </dgm:pt>
    <dgm:pt modelId="{96D711E9-B090-43F1-83FB-988AD59231A1}" type="sibTrans" cxnId="{EC788C27-E2FF-47EE-AB0C-1F6055567EBC}">
      <dgm:prSet/>
      <dgm:spPr/>
      <dgm:t>
        <a:bodyPr/>
        <a:lstStyle/>
        <a:p>
          <a:endParaRPr lang="zh-CN" altLang="en-US"/>
        </a:p>
      </dgm:t>
    </dgm:pt>
    <dgm:pt modelId="{6CB1A285-A526-42C8-984E-74A33965EB4B}">
      <dgm:prSet phldrT="[文本]" custT="1"/>
      <dgm:spPr>
        <a:solidFill>
          <a:schemeClr val="bg1">
            <a:lumMod val="95000"/>
          </a:schemeClr>
        </a:solidFill>
        <a:ln>
          <a:solidFill>
            <a:schemeClr val="tx1"/>
          </a:solidFill>
        </a:ln>
      </dgm:spPr>
      <dgm:t>
        <a:bodyPr/>
        <a:lstStyle/>
        <a:p>
          <a:r>
            <a:rPr lang="en-US" altLang="zh-CN" sz="1400" dirty="0">
              <a:solidFill>
                <a:schemeClr val="tx1"/>
              </a:solidFill>
              <a:latin typeface="微软雅黑" panose="020B0503020204020204" pitchFamily="34" charset="-122"/>
              <a:ea typeface="微软雅黑" panose="020B0503020204020204" pitchFamily="34" charset="-122"/>
            </a:rPr>
            <a:t>Execution of unauthorized instructions</a:t>
          </a:r>
          <a:endParaRPr lang="zh-CN" altLang="en-US" sz="1400" dirty="0">
            <a:solidFill>
              <a:schemeClr val="tx1"/>
            </a:solidFill>
            <a:latin typeface="微软雅黑" panose="020B0503020204020204" pitchFamily="34" charset="-122"/>
            <a:ea typeface="微软雅黑" panose="020B0503020204020204" pitchFamily="34" charset="-122"/>
          </a:endParaRPr>
        </a:p>
      </dgm:t>
    </dgm:pt>
    <dgm:pt modelId="{02CF032E-ABF7-40DC-A2BE-BDDDE1CC4AB0}" type="parTrans" cxnId="{4149101D-79A7-45EC-939A-1FE2C01CE867}">
      <dgm:prSet/>
      <dgm:spPr>
        <a:ln>
          <a:solidFill>
            <a:schemeClr val="tx1"/>
          </a:solidFill>
        </a:ln>
      </dgm:spPr>
      <dgm:t>
        <a:bodyPr/>
        <a:lstStyle/>
        <a:p>
          <a:endParaRPr lang="zh-CN" altLang="en-US"/>
        </a:p>
      </dgm:t>
    </dgm:pt>
    <dgm:pt modelId="{E23B8B5C-C144-4897-9AD6-E53BD241A3B5}" type="sibTrans" cxnId="{4149101D-79A7-45EC-939A-1FE2C01CE867}">
      <dgm:prSet/>
      <dgm:spPr/>
      <dgm:t>
        <a:bodyPr/>
        <a:lstStyle/>
        <a:p>
          <a:endParaRPr lang="zh-CN" altLang="en-US"/>
        </a:p>
      </dgm:t>
    </dgm:pt>
    <dgm:pt modelId="{961F2F89-3955-44FE-9302-EE4424E0504E}">
      <dgm:prSet phldrT="[文本]" custT="1"/>
      <dgm:spPr>
        <a:solidFill>
          <a:schemeClr val="bg1">
            <a:lumMod val="95000"/>
          </a:schemeClr>
        </a:solidFill>
        <a:ln>
          <a:solidFill>
            <a:schemeClr val="tx1"/>
          </a:solidFill>
        </a:ln>
      </dgm:spPr>
      <dgm:t>
        <a:bodyPr/>
        <a:lstStyle/>
        <a:p>
          <a:r>
            <a:rPr lang="en-US" altLang="zh-CN" sz="1400" dirty="0">
              <a:solidFill>
                <a:schemeClr val="tx1"/>
              </a:solidFill>
              <a:latin typeface="微软雅黑" panose="020B0503020204020204" pitchFamily="34" charset="-122"/>
              <a:ea typeface="微软雅黑" panose="020B0503020204020204" pitchFamily="34" charset="-122"/>
            </a:rPr>
            <a:t>DoS attack</a:t>
          </a:r>
          <a:endParaRPr lang="zh-CN" altLang="en-US" sz="1400" dirty="0">
            <a:solidFill>
              <a:schemeClr val="tx1"/>
            </a:solidFill>
            <a:latin typeface="微软雅黑" panose="020B0503020204020204" pitchFamily="34" charset="-122"/>
            <a:ea typeface="微软雅黑" panose="020B0503020204020204" pitchFamily="34" charset="-122"/>
          </a:endParaRPr>
        </a:p>
      </dgm:t>
    </dgm:pt>
    <dgm:pt modelId="{A64A2413-A66C-4882-BB91-6CB291B35F9B}" type="parTrans" cxnId="{0F2FC8C9-D157-40AC-834D-848FC8A67330}">
      <dgm:prSet/>
      <dgm:spPr>
        <a:ln>
          <a:solidFill>
            <a:schemeClr val="tx1"/>
          </a:solidFill>
        </a:ln>
      </dgm:spPr>
      <dgm:t>
        <a:bodyPr/>
        <a:lstStyle/>
        <a:p>
          <a:endParaRPr lang="zh-CN" altLang="en-US"/>
        </a:p>
      </dgm:t>
    </dgm:pt>
    <dgm:pt modelId="{7C550615-E719-4A69-B010-26EDC852FECE}" type="sibTrans" cxnId="{0F2FC8C9-D157-40AC-834D-848FC8A67330}">
      <dgm:prSet/>
      <dgm:spPr/>
      <dgm:t>
        <a:bodyPr/>
        <a:lstStyle/>
        <a:p>
          <a:endParaRPr lang="zh-CN" altLang="en-US"/>
        </a:p>
      </dgm:t>
    </dgm:pt>
    <dgm:pt modelId="{EE767725-FC03-4E76-B9AF-1AF7126704FD}">
      <dgm:prSet phldrT="[文本]" phldr="1"/>
      <dgm:spPr/>
      <dgm:t>
        <a:bodyPr/>
        <a:lstStyle/>
        <a:p>
          <a:endParaRPr lang="zh-CN" altLang="en-US" dirty="0"/>
        </a:p>
      </dgm:t>
    </dgm:pt>
    <dgm:pt modelId="{3EDD6C5C-1D4B-4F89-B394-FE6C53C92E79}" type="parTrans" cxnId="{D3955C3A-5315-4F98-9FD8-113726C4D274}">
      <dgm:prSet/>
      <dgm:spPr/>
      <dgm:t>
        <a:bodyPr/>
        <a:lstStyle/>
        <a:p>
          <a:endParaRPr lang="zh-CN" altLang="en-US"/>
        </a:p>
      </dgm:t>
    </dgm:pt>
    <dgm:pt modelId="{A3198B0C-58BE-431D-8232-79E15232003F}" type="sibTrans" cxnId="{D3955C3A-5315-4F98-9FD8-113726C4D274}">
      <dgm:prSet/>
      <dgm:spPr/>
      <dgm:t>
        <a:bodyPr/>
        <a:lstStyle/>
        <a:p>
          <a:endParaRPr lang="zh-CN" altLang="en-US"/>
        </a:p>
      </dgm:t>
    </dgm:pt>
    <dgm:pt modelId="{08E8C4A2-6002-4704-9885-D77B249220FB}">
      <dgm:prSet phldrT="[文本]" phldr="1"/>
      <dgm:spPr/>
      <dgm:t>
        <a:bodyPr/>
        <a:lstStyle/>
        <a:p>
          <a:endParaRPr lang="zh-CN" altLang="en-US" dirty="0"/>
        </a:p>
      </dgm:t>
    </dgm:pt>
    <dgm:pt modelId="{39D3E879-53CC-471C-B061-1CC22C676816}" type="parTrans" cxnId="{EB2CB2C6-58CD-42DF-BF18-8A169970C5BC}">
      <dgm:prSet/>
      <dgm:spPr/>
      <dgm:t>
        <a:bodyPr/>
        <a:lstStyle/>
        <a:p>
          <a:endParaRPr lang="zh-CN" altLang="en-US"/>
        </a:p>
      </dgm:t>
    </dgm:pt>
    <dgm:pt modelId="{2D4A0A1C-08F7-4BD2-A33A-1C8F45D679C1}" type="sibTrans" cxnId="{EB2CB2C6-58CD-42DF-BF18-8A169970C5BC}">
      <dgm:prSet/>
      <dgm:spPr/>
      <dgm:t>
        <a:bodyPr/>
        <a:lstStyle/>
        <a:p>
          <a:endParaRPr lang="zh-CN" altLang="en-US"/>
        </a:p>
      </dgm:t>
    </dgm:pt>
    <dgm:pt modelId="{55EDB813-9705-4A38-845A-7EEB66AC6782}">
      <dgm:prSet phldrT="[文本]" custT="1"/>
      <dgm:spPr>
        <a:solidFill>
          <a:schemeClr val="bg1">
            <a:lumMod val="95000"/>
          </a:schemeClr>
        </a:solidFill>
        <a:ln>
          <a:solidFill>
            <a:schemeClr val="tx1"/>
          </a:solidFill>
        </a:ln>
      </dgm:spPr>
      <dgm:t>
        <a:bodyPr/>
        <a:lstStyle/>
        <a:p>
          <a:r>
            <a:rPr lang="en-US" altLang="zh-CN" sz="1400" dirty="0">
              <a:solidFill>
                <a:schemeClr val="tx1"/>
              </a:solidFill>
              <a:latin typeface="微软雅黑" panose="020B0503020204020204" pitchFamily="34" charset="-122"/>
              <a:ea typeface="微软雅黑" panose="020B0503020204020204" pitchFamily="34" charset="-122"/>
            </a:rPr>
            <a:t>Permission escalation</a:t>
          </a:r>
          <a:endParaRPr lang="zh-CN" altLang="en-US" sz="1400" dirty="0">
            <a:solidFill>
              <a:schemeClr val="tx1"/>
            </a:solidFill>
            <a:latin typeface="微软雅黑" panose="020B0503020204020204" pitchFamily="34" charset="-122"/>
            <a:ea typeface="微软雅黑" panose="020B0503020204020204" pitchFamily="34" charset="-122"/>
          </a:endParaRPr>
        </a:p>
      </dgm:t>
    </dgm:pt>
    <dgm:pt modelId="{2E2D9B0D-84F9-4702-9299-D2D43DAD8F5C}" type="parTrans" cxnId="{44A009D7-DB8D-4D64-B531-0916F3A51A72}">
      <dgm:prSet/>
      <dgm:spPr>
        <a:ln>
          <a:solidFill>
            <a:schemeClr val="tx1"/>
          </a:solidFill>
        </a:ln>
      </dgm:spPr>
      <dgm:t>
        <a:bodyPr/>
        <a:lstStyle/>
        <a:p>
          <a:endParaRPr lang="zh-CN" altLang="en-US"/>
        </a:p>
      </dgm:t>
    </dgm:pt>
    <dgm:pt modelId="{93D4604A-1F52-4554-9757-FDF079D8A8F8}" type="sibTrans" cxnId="{44A009D7-DB8D-4D64-B531-0916F3A51A72}">
      <dgm:prSet/>
      <dgm:spPr/>
      <dgm:t>
        <a:bodyPr/>
        <a:lstStyle/>
        <a:p>
          <a:endParaRPr lang="zh-CN" altLang="en-US"/>
        </a:p>
      </dgm:t>
    </dgm:pt>
    <dgm:pt modelId="{ABA5538A-A71A-4ED3-9385-C8242AFCF0B4}" type="pres">
      <dgm:prSet presAssocID="{C20CF357-F73D-4B4A-B28C-4105403BA93C}" presName="cycle" presStyleCnt="0">
        <dgm:presLayoutVars>
          <dgm:chMax val="1"/>
          <dgm:dir/>
          <dgm:animLvl val="ctr"/>
          <dgm:resizeHandles val="exact"/>
        </dgm:presLayoutVars>
      </dgm:prSet>
      <dgm:spPr/>
    </dgm:pt>
    <dgm:pt modelId="{6EF10D0B-7A91-48FA-BA0B-79063B8BA31F}" type="pres">
      <dgm:prSet presAssocID="{578CB230-08E1-438A-9F40-0D87E23FAE68}" presName="centerShape" presStyleLbl="node0" presStyleIdx="0" presStyleCnt="1"/>
      <dgm:spPr/>
    </dgm:pt>
    <dgm:pt modelId="{3F8C1E87-2486-4964-9EC1-3FA04E6B0F43}" type="pres">
      <dgm:prSet presAssocID="{B0F627EB-585D-482E-ADEA-E456DAC712CC}" presName="Name9" presStyleLbl="parChTrans1D2" presStyleIdx="0" presStyleCnt="5"/>
      <dgm:spPr/>
    </dgm:pt>
    <dgm:pt modelId="{B5EE42E6-6AA0-4BA0-9595-97F523D1AAFF}" type="pres">
      <dgm:prSet presAssocID="{B0F627EB-585D-482E-ADEA-E456DAC712CC}" presName="connTx" presStyleLbl="parChTrans1D2" presStyleIdx="0" presStyleCnt="5"/>
      <dgm:spPr/>
    </dgm:pt>
    <dgm:pt modelId="{C18C25D5-C27F-4C0C-8557-AD7767A0C94C}" type="pres">
      <dgm:prSet presAssocID="{14EEE7A6-426D-4865-9862-276C96BC02DA}" presName="node" presStyleLbl="node1" presStyleIdx="0" presStyleCnt="5">
        <dgm:presLayoutVars>
          <dgm:bulletEnabled val="1"/>
        </dgm:presLayoutVars>
      </dgm:prSet>
      <dgm:spPr/>
    </dgm:pt>
    <dgm:pt modelId="{3809C504-FC59-45FF-9EFA-94A9D73B0DA9}" type="pres">
      <dgm:prSet presAssocID="{2E2D9B0D-84F9-4702-9299-D2D43DAD8F5C}" presName="Name9" presStyleLbl="parChTrans1D2" presStyleIdx="1" presStyleCnt="5"/>
      <dgm:spPr/>
    </dgm:pt>
    <dgm:pt modelId="{67DC6E4C-FB31-4324-94FE-FC2941D685CC}" type="pres">
      <dgm:prSet presAssocID="{2E2D9B0D-84F9-4702-9299-D2D43DAD8F5C}" presName="connTx" presStyleLbl="parChTrans1D2" presStyleIdx="1" presStyleCnt="5"/>
      <dgm:spPr/>
    </dgm:pt>
    <dgm:pt modelId="{8317C0A9-C5AF-42B1-9598-5A8557054F27}" type="pres">
      <dgm:prSet presAssocID="{55EDB813-9705-4A38-845A-7EEB66AC6782}" presName="node" presStyleLbl="node1" presStyleIdx="1" presStyleCnt="5">
        <dgm:presLayoutVars>
          <dgm:bulletEnabled val="1"/>
        </dgm:presLayoutVars>
      </dgm:prSet>
      <dgm:spPr/>
    </dgm:pt>
    <dgm:pt modelId="{C894800C-251C-402D-8DA1-7D396CBF73F7}" type="pres">
      <dgm:prSet presAssocID="{A64A2413-A66C-4882-BB91-6CB291B35F9B}" presName="Name9" presStyleLbl="parChTrans1D2" presStyleIdx="2" presStyleCnt="5"/>
      <dgm:spPr/>
    </dgm:pt>
    <dgm:pt modelId="{B79F58B8-E56D-4C2D-9C26-3EAEE5191D5C}" type="pres">
      <dgm:prSet presAssocID="{A64A2413-A66C-4882-BB91-6CB291B35F9B}" presName="connTx" presStyleLbl="parChTrans1D2" presStyleIdx="2" presStyleCnt="5"/>
      <dgm:spPr/>
    </dgm:pt>
    <dgm:pt modelId="{F7630243-A09B-45FE-B9FB-D0C3BEFA32C1}" type="pres">
      <dgm:prSet presAssocID="{961F2F89-3955-44FE-9302-EE4424E0504E}" presName="node" presStyleLbl="node1" presStyleIdx="2" presStyleCnt="5">
        <dgm:presLayoutVars>
          <dgm:bulletEnabled val="1"/>
        </dgm:presLayoutVars>
      </dgm:prSet>
      <dgm:spPr/>
    </dgm:pt>
    <dgm:pt modelId="{4583BD7B-B58A-4787-AE41-63A050F60952}" type="pres">
      <dgm:prSet presAssocID="{36A97C68-52DD-44C1-BCF0-9967E0796762}" presName="Name9" presStyleLbl="parChTrans1D2" presStyleIdx="3" presStyleCnt="5"/>
      <dgm:spPr/>
    </dgm:pt>
    <dgm:pt modelId="{035817D7-C374-4A90-973B-04186716BF26}" type="pres">
      <dgm:prSet presAssocID="{36A97C68-52DD-44C1-BCF0-9967E0796762}" presName="connTx" presStyleLbl="parChTrans1D2" presStyleIdx="3" presStyleCnt="5"/>
      <dgm:spPr/>
    </dgm:pt>
    <dgm:pt modelId="{C3F21557-10E2-41D1-94BD-442C315C6506}" type="pres">
      <dgm:prSet presAssocID="{B0DD73B7-12FC-45B8-8739-37296CEA626E}" presName="node" presStyleLbl="node1" presStyleIdx="3" presStyleCnt="5">
        <dgm:presLayoutVars>
          <dgm:bulletEnabled val="1"/>
        </dgm:presLayoutVars>
      </dgm:prSet>
      <dgm:spPr/>
    </dgm:pt>
    <dgm:pt modelId="{5D697C39-20C0-4942-8B3F-30883BCB9175}" type="pres">
      <dgm:prSet presAssocID="{02CF032E-ABF7-40DC-A2BE-BDDDE1CC4AB0}" presName="Name9" presStyleLbl="parChTrans1D2" presStyleIdx="4" presStyleCnt="5"/>
      <dgm:spPr/>
    </dgm:pt>
    <dgm:pt modelId="{12CB732B-2F32-4343-A672-9C76ED7C56EF}" type="pres">
      <dgm:prSet presAssocID="{02CF032E-ABF7-40DC-A2BE-BDDDE1CC4AB0}" presName="connTx" presStyleLbl="parChTrans1D2" presStyleIdx="4" presStyleCnt="5"/>
      <dgm:spPr/>
    </dgm:pt>
    <dgm:pt modelId="{735B8E84-3B6B-49F1-BD79-338F1ED40690}" type="pres">
      <dgm:prSet presAssocID="{6CB1A285-A526-42C8-984E-74A33965EB4B}" presName="node" presStyleLbl="node1" presStyleIdx="4" presStyleCnt="5" custScaleX="110762" custScaleY="107777">
        <dgm:presLayoutVars>
          <dgm:bulletEnabled val="1"/>
        </dgm:presLayoutVars>
      </dgm:prSet>
      <dgm:spPr/>
    </dgm:pt>
  </dgm:ptLst>
  <dgm:cxnLst>
    <dgm:cxn modelId="{AEEE2407-C4A5-4826-8A4E-11C687536215}" type="presOf" srcId="{B0F627EB-585D-482E-ADEA-E456DAC712CC}" destId="{3F8C1E87-2486-4964-9EC1-3FA04E6B0F43}" srcOrd="0" destOrd="0" presId="urn:microsoft.com/office/officeart/2005/8/layout/radial1"/>
    <dgm:cxn modelId="{5BFF7D12-CC24-4766-8CFB-3ED74D3DE94D}" type="presOf" srcId="{36A97C68-52DD-44C1-BCF0-9967E0796762}" destId="{4583BD7B-B58A-4787-AE41-63A050F60952}" srcOrd="0" destOrd="0" presId="urn:microsoft.com/office/officeart/2005/8/layout/radial1"/>
    <dgm:cxn modelId="{4149101D-79A7-45EC-939A-1FE2C01CE867}" srcId="{578CB230-08E1-438A-9F40-0D87E23FAE68}" destId="{6CB1A285-A526-42C8-984E-74A33965EB4B}" srcOrd="4" destOrd="0" parTransId="{02CF032E-ABF7-40DC-A2BE-BDDDE1CC4AB0}" sibTransId="{E23B8B5C-C144-4897-9AD6-E53BD241A3B5}"/>
    <dgm:cxn modelId="{ADB0E320-928F-4A91-BBA4-3E176D5FFC83}" srcId="{C20CF357-F73D-4B4A-B28C-4105403BA93C}" destId="{578CB230-08E1-438A-9F40-0D87E23FAE68}" srcOrd="0" destOrd="0" parTransId="{D5E05D94-4A72-4C4F-A7EA-D76F9D580028}" sibTransId="{7CBAE039-9A21-46CD-938C-9563BEBE74EC}"/>
    <dgm:cxn modelId="{EC788C27-E2FF-47EE-AB0C-1F6055567EBC}" srcId="{578CB230-08E1-438A-9F40-0D87E23FAE68}" destId="{B0DD73B7-12FC-45B8-8739-37296CEA626E}" srcOrd="3" destOrd="0" parTransId="{36A97C68-52DD-44C1-BCF0-9967E0796762}" sibTransId="{96D711E9-B090-43F1-83FB-988AD59231A1}"/>
    <dgm:cxn modelId="{D3955C3A-5315-4F98-9FD8-113726C4D274}" srcId="{C20CF357-F73D-4B4A-B28C-4105403BA93C}" destId="{EE767725-FC03-4E76-B9AF-1AF7126704FD}" srcOrd="1" destOrd="0" parTransId="{3EDD6C5C-1D4B-4F89-B394-FE6C53C92E79}" sibTransId="{A3198B0C-58BE-431D-8232-79E15232003F}"/>
    <dgm:cxn modelId="{42D35557-D6E9-4AA4-89D6-F6874738F8E5}" type="presOf" srcId="{A64A2413-A66C-4882-BB91-6CB291B35F9B}" destId="{B79F58B8-E56D-4C2D-9C26-3EAEE5191D5C}" srcOrd="1" destOrd="0" presId="urn:microsoft.com/office/officeart/2005/8/layout/radial1"/>
    <dgm:cxn modelId="{E7EE1C60-D059-4F01-805D-C84CF942DA8F}" type="presOf" srcId="{6CB1A285-A526-42C8-984E-74A33965EB4B}" destId="{735B8E84-3B6B-49F1-BD79-338F1ED40690}" srcOrd="0" destOrd="0" presId="urn:microsoft.com/office/officeart/2005/8/layout/radial1"/>
    <dgm:cxn modelId="{672A8F91-FABA-4A21-8FCA-158816B86225}" type="presOf" srcId="{36A97C68-52DD-44C1-BCF0-9967E0796762}" destId="{035817D7-C374-4A90-973B-04186716BF26}" srcOrd="1" destOrd="0" presId="urn:microsoft.com/office/officeart/2005/8/layout/radial1"/>
    <dgm:cxn modelId="{62F33B94-18B9-4A3E-8794-77726A50B9FE}" type="presOf" srcId="{C20CF357-F73D-4B4A-B28C-4105403BA93C}" destId="{ABA5538A-A71A-4ED3-9385-C8242AFCF0B4}" srcOrd="0" destOrd="0" presId="urn:microsoft.com/office/officeart/2005/8/layout/radial1"/>
    <dgm:cxn modelId="{B4A9EBAB-97A3-442D-825C-89758DB7F8A9}" type="presOf" srcId="{2E2D9B0D-84F9-4702-9299-D2D43DAD8F5C}" destId="{67DC6E4C-FB31-4324-94FE-FC2941D685CC}" srcOrd="1" destOrd="0" presId="urn:microsoft.com/office/officeart/2005/8/layout/radial1"/>
    <dgm:cxn modelId="{59A9A0AE-9932-47EE-B924-174DDDEDCD10}" type="presOf" srcId="{2E2D9B0D-84F9-4702-9299-D2D43DAD8F5C}" destId="{3809C504-FC59-45FF-9EFA-94A9D73B0DA9}" srcOrd="0" destOrd="0" presId="urn:microsoft.com/office/officeart/2005/8/layout/radial1"/>
    <dgm:cxn modelId="{EB2CB2C6-58CD-42DF-BF18-8A169970C5BC}" srcId="{C20CF357-F73D-4B4A-B28C-4105403BA93C}" destId="{08E8C4A2-6002-4704-9885-D77B249220FB}" srcOrd="2" destOrd="0" parTransId="{39D3E879-53CC-471C-B061-1CC22C676816}" sibTransId="{2D4A0A1C-08F7-4BD2-A33A-1C8F45D679C1}"/>
    <dgm:cxn modelId="{0F2FC8C9-D157-40AC-834D-848FC8A67330}" srcId="{578CB230-08E1-438A-9F40-0D87E23FAE68}" destId="{961F2F89-3955-44FE-9302-EE4424E0504E}" srcOrd="2" destOrd="0" parTransId="{A64A2413-A66C-4882-BB91-6CB291B35F9B}" sibTransId="{7C550615-E719-4A69-B010-26EDC852FECE}"/>
    <dgm:cxn modelId="{AB6330CC-E69C-4A91-9439-A03736330A5C}" type="presOf" srcId="{B0F627EB-585D-482E-ADEA-E456DAC712CC}" destId="{B5EE42E6-6AA0-4BA0-9595-97F523D1AAFF}" srcOrd="1" destOrd="0" presId="urn:microsoft.com/office/officeart/2005/8/layout/radial1"/>
    <dgm:cxn modelId="{227702D0-B81D-4CF0-A46C-A368DD03E274}" type="presOf" srcId="{961F2F89-3955-44FE-9302-EE4424E0504E}" destId="{F7630243-A09B-45FE-B9FB-D0C3BEFA32C1}" srcOrd="0" destOrd="0" presId="urn:microsoft.com/office/officeart/2005/8/layout/radial1"/>
    <dgm:cxn modelId="{44A009D7-DB8D-4D64-B531-0916F3A51A72}" srcId="{578CB230-08E1-438A-9F40-0D87E23FAE68}" destId="{55EDB813-9705-4A38-845A-7EEB66AC6782}" srcOrd="1" destOrd="0" parTransId="{2E2D9B0D-84F9-4702-9299-D2D43DAD8F5C}" sibTransId="{93D4604A-1F52-4554-9757-FDF079D8A8F8}"/>
    <dgm:cxn modelId="{88FD6ED7-619A-449D-9BEE-B82D8FAC4AF3}" type="presOf" srcId="{55EDB813-9705-4A38-845A-7EEB66AC6782}" destId="{8317C0A9-C5AF-42B1-9598-5A8557054F27}" srcOrd="0" destOrd="0" presId="urn:microsoft.com/office/officeart/2005/8/layout/radial1"/>
    <dgm:cxn modelId="{3F30DFDB-880C-40BC-8446-76C601D87B33}" type="presOf" srcId="{14EEE7A6-426D-4865-9862-276C96BC02DA}" destId="{C18C25D5-C27F-4C0C-8557-AD7767A0C94C}" srcOrd="0" destOrd="0" presId="urn:microsoft.com/office/officeart/2005/8/layout/radial1"/>
    <dgm:cxn modelId="{633575E2-5248-4BAF-8610-30910749BFD0}" type="presOf" srcId="{02CF032E-ABF7-40DC-A2BE-BDDDE1CC4AB0}" destId="{12CB732B-2F32-4343-A672-9C76ED7C56EF}" srcOrd="1" destOrd="0" presId="urn:microsoft.com/office/officeart/2005/8/layout/radial1"/>
    <dgm:cxn modelId="{491A4CE4-2851-4857-AD2E-1238BD248CAD}" type="presOf" srcId="{02CF032E-ABF7-40DC-A2BE-BDDDE1CC4AB0}" destId="{5D697C39-20C0-4942-8B3F-30883BCB9175}" srcOrd="0" destOrd="0" presId="urn:microsoft.com/office/officeart/2005/8/layout/radial1"/>
    <dgm:cxn modelId="{DD269AEB-4393-4E3D-8D19-BF829FE5B24D}" type="presOf" srcId="{578CB230-08E1-438A-9F40-0D87E23FAE68}" destId="{6EF10D0B-7A91-48FA-BA0B-79063B8BA31F}" srcOrd="0" destOrd="0" presId="urn:microsoft.com/office/officeart/2005/8/layout/radial1"/>
    <dgm:cxn modelId="{229365F3-0E9F-4163-979B-662E30C2D9A7}" type="presOf" srcId="{A64A2413-A66C-4882-BB91-6CB291B35F9B}" destId="{C894800C-251C-402D-8DA1-7D396CBF73F7}" srcOrd="0" destOrd="0" presId="urn:microsoft.com/office/officeart/2005/8/layout/radial1"/>
    <dgm:cxn modelId="{3D7C5BF9-B5C3-4A1E-8476-83E2674F1F40}" type="presOf" srcId="{B0DD73B7-12FC-45B8-8739-37296CEA626E}" destId="{C3F21557-10E2-41D1-94BD-442C315C6506}" srcOrd="0" destOrd="0" presId="urn:microsoft.com/office/officeart/2005/8/layout/radial1"/>
    <dgm:cxn modelId="{4C9E33FB-F100-42E6-BC07-F25035E35CC5}" srcId="{578CB230-08E1-438A-9F40-0D87E23FAE68}" destId="{14EEE7A6-426D-4865-9862-276C96BC02DA}" srcOrd="0" destOrd="0" parTransId="{B0F627EB-585D-482E-ADEA-E456DAC712CC}" sibTransId="{41096B94-724D-46CC-BF29-D0264FA43AFB}"/>
    <dgm:cxn modelId="{50194B4C-6C0A-4288-9425-CBA04DFE2A1C}" type="presParOf" srcId="{ABA5538A-A71A-4ED3-9385-C8242AFCF0B4}" destId="{6EF10D0B-7A91-48FA-BA0B-79063B8BA31F}" srcOrd="0" destOrd="0" presId="urn:microsoft.com/office/officeart/2005/8/layout/radial1"/>
    <dgm:cxn modelId="{BED8030E-02CA-4E34-829E-3ACF48566910}" type="presParOf" srcId="{ABA5538A-A71A-4ED3-9385-C8242AFCF0B4}" destId="{3F8C1E87-2486-4964-9EC1-3FA04E6B0F43}" srcOrd="1" destOrd="0" presId="urn:microsoft.com/office/officeart/2005/8/layout/radial1"/>
    <dgm:cxn modelId="{112FD207-B182-45DF-987A-C36209B9FA47}" type="presParOf" srcId="{3F8C1E87-2486-4964-9EC1-3FA04E6B0F43}" destId="{B5EE42E6-6AA0-4BA0-9595-97F523D1AAFF}" srcOrd="0" destOrd="0" presId="urn:microsoft.com/office/officeart/2005/8/layout/radial1"/>
    <dgm:cxn modelId="{6062440D-C5BD-4189-93FA-E5ABBC08C28D}" type="presParOf" srcId="{ABA5538A-A71A-4ED3-9385-C8242AFCF0B4}" destId="{C18C25D5-C27F-4C0C-8557-AD7767A0C94C}" srcOrd="2" destOrd="0" presId="urn:microsoft.com/office/officeart/2005/8/layout/radial1"/>
    <dgm:cxn modelId="{5949FC1F-4EB7-49E9-A54D-6C025D42342B}" type="presParOf" srcId="{ABA5538A-A71A-4ED3-9385-C8242AFCF0B4}" destId="{3809C504-FC59-45FF-9EFA-94A9D73B0DA9}" srcOrd="3" destOrd="0" presId="urn:microsoft.com/office/officeart/2005/8/layout/radial1"/>
    <dgm:cxn modelId="{646BC4F5-75DA-428A-BF29-3BDABFF89B1D}" type="presParOf" srcId="{3809C504-FC59-45FF-9EFA-94A9D73B0DA9}" destId="{67DC6E4C-FB31-4324-94FE-FC2941D685CC}" srcOrd="0" destOrd="0" presId="urn:microsoft.com/office/officeart/2005/8/layout/radial1"/>
    <dgm:cxn modelId="{D32A0280-3A47-4CFC-9C61-4C7A13A9555F}" type="presParOf" srcId="{ABA5538A-A71A-4ED3-9385-C8242AFCF0B4}" destId="{8317C0A9-C5AF-42B1-9598-5A8557054F27}" srcOrd="4" destOrd="0" presId="urn:microsoft.com/office/officeart/2005/8/layout/radial1"/>
    <dgm:cxn modelId="{0993287C-AC7E-4D9C-87A3-8D23F631ECE8}" type="presParOf" srcId="{ABA5538A-A71A-4ED3-9385-C8242AFCF0B4}" destId="{C894800C-251C-402D-8DA1-7D396CBF73F7}" srcOrd="5" destOrd="0" presId="urn:microsoft.com/office/officeart/2005/8/layout/radial1"/>
    <dgm:cxn modelId="{B7B376C9-1E87-434A-8BB6-3B8F033BF0A6}" type="presParOf" srcId="{C894800C-251C-402D-8DA1-7D396CBF73F7}" destId="{B79F58B8-E56D-4C2D-9C26-3EAEE5191D5C}" srcOrd="0" destOrd="0" presId="urn:microsoft.com/office/officeart/2005/8/layout/radial1"/>
    <dgm:cxn modelId="{C8209448-E73D-414E-9073-6882A05997E4}" type="presParOf" srcId="{ABA5538A-A71A-4ED3-9385-C8242AFCF0B4}" destId="{F7630243-A09B-45FE-B9FB-D0C3BEFA32C1}" srcOrd="6" destOrd="0" presId="urn:microsoft.com/office/officeart/2005/8/layout/radial1"/>
    <dgm:cxn modelId="{27758C91-C7A7-4E52-89ED-CD99FB5E5941}" type="presParOf" srcId="{ABA5538A-A71A-4ED3-9385-C8242AFCF0B4}" destId="{4583BD7B-B58A-4787-AE41-63A050F60952}" srcOrd="7" destOrd="0" presId="urn:microsoft.com/office/officeart/2005/8/layout/radial1"/>
    <dgm:cxn modelId="{8FA8ACD1-FD5D-4E38-B74A-F04C9E62161A}" type="presParOf" srcId="{4583BD7B-B58A-4787-AE41-63A050F60952}" destId="{035817D7-C374-4A90-973B-04186716BF26}" srcOrd="0" destOrd="0" presId="urn:microsoft.com/office/officeart/2005/8/layout/radial1"/>
    <dgm:cxn modelId="{DF554962-3B01-4397-A2C1-F87382D179E0}" type="presParOf" srcId="{ABA5538A-A71A-4ED3-9385-C8242AFCF0B4}" destId="{C3F21557-10E2-41D1-94BD-442C315C6506}" srcOrd="8" destOrd="0" presId="urn:microsoft.com/office/officeart/2005/8/layout/radial1"/>
    <dgm:cxn modelId="{266B481E-2FDD-4B98-AEAA-8F940478E86E}" type="presParOf" srcId="{ABA5538A-A71A-4ED3-9385-C8242AFCF0B4}" destId="{5D697C39-20C0-4942-8B3F-30883BCB9175}" srcOrd="9" destOrd="0" presId="urn:microsoft.com/office/officeart/2005/8/layout/radial1"/>
    <dgm:cxn modelId="{A02E15DC-CB60-45D3-B444-5E3B8D25276D}" type="presParOf" srcId="{5D697C39-20C0-4942-8B3F-30883BCB9175}" destId="{12CB732B-2F32-4343-A672-9C76ED7C56EF}" srcOrd="0" destOrd="0" presId="urn:microsoft.com/office/officeart/2005/8/layout/radial1"/>
    <dgm:cxn modelId="{EFB0EF9A-AE77-4085-84E4-B4D22F6788CF}" type="presParOf" srcId="{ABA5538A-A71A-4ED3-9385-C8242AFCF0B4}" destId="{735B8E84-3B6B-49F1-BD79-338F1ED40690}" srcOrd="10"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2C5CD8-72DE-44C5-B0CC-4403E4990E85}" type="doc">
      <dgm:prSet loTypeId="urn:microsoft.com/office/officeart/2008/layout/HexagonCluster" loCatId="picture" qsTypeId="urn:microsoft.com/office/officeart/2005/8/quickstyle/simple1" qsCatId="simple" csTypeId="urn:microsoft.com/office/officeart/2005/8/colors/accent1_2" csCatId="accent1" phldr="1"/>
      <dgm:spPr/>
      <dgm:t>
        <a:bodyPr/>
        <a:lstStyle/>
        <a:p>
          <a:endParaRPr lang="zh-CN" altLang="en-US"/>
        </a:p>
      </dgm:t>
    </dgm:pt>
    <dgm:pt modelId="{989EC824-1EEF-4719-BBCB-59EC4ACDEBA1}">
      <dgm:prSet/>
      <dgm:spPr>
        <a:solidFill>
          <a:srgbClr val="E68A24"/>
        </a:solidFill>
        <a:ln>
          <a:noFill/>
        </a:ln>
      </dgm:spPr>
      <dgm:t>
        <a:bodyPr/>
        <a:lstStyle/>
        <a:p>
          <a:pPr rtl="0"/>
          <a:r>
            <a:rPr dirty="0">
              <a:latin typeface="微软雅黑" panose="020B0503020204020204" pitchFamily="34" charset="-122"/>
              <a:ea typeface="微软雅黑" panose="020B0503020204020204" pitchFamily="34" charset="-122"/>
            </a:rPr>
            <a:t>Rising</a:t>
          </a:r>
          <a:endParaRPr lang="zh-CN" dirty="0">
            <a:latin typeface="微软雅黑" panose="020B0503020204020204" pitchFamily="34" charset="-122"/>
            <a:ea typeface="微软雅黑" panose="020B0503020204020204" pitchFamily="34" charset="-122"/>
          </a:endParaRPr>
        </a:p>
      </dgm:t>
    </dgm:pt>
    <dgm:pt modelId="{692BDA6B-708E-464A-B201-C5CC58DA9FC3}" type="parTrans" cxnId="{0D6ED189-A024-46EF-8054-F3AB36FD81F9}">
      <dgm:prSet/>
      <dgm:spPr/>
      <dgm:t>
        <a:bodyPr/>
        <a:lstStyle/>
        <a:p>
          <a:endParaRPr lang="zh-CN" altLang="en-US">
            <a:latin typeface="微软雅黑" panose="020B0503020204020204" pitchFamily="34" charset="-122"/>
            <a:ea typeface="微软雅黑" panose="020B0503020204020204" pitchFamily="34" charset="-122"/>
          </a:endParaRPr>
        </a:p>
      </dgm:t>
    </dgm:pt>
    <dgm:pt modelId="{58C9F7BF-DEB4-4E93-8C3C-734AFF5C703F}" type="sibTrans" cxnId="{0D6ED189-A024-46EF-8054-F3AB36FD81F9}">
      <dgm:prSet/>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t="-16000" b="-16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6401F042-643C-4F4F-9925-162D2B36CEED}">
      <dgm:prSet/>
      <dgm:spPr>
        <a:solidFill>
          <a:srgbClr val="FDB546"/>
        </a:solidFill>
        <a:ln>
          <a:noFill/>
        </a:ln>
      </dgm:spPr>
      <dgm:t>
        <a:bodyPr/>
        <a:lstStyle/>
        <a:p>
          <a:pPr rtl="0"/>
          <a:r>
            <a:rPr dirty="0">
              <a:latin typeface="微软雅黑" panose="020B0503020204020204" pitchFamily="34" charset="-122"/>
              <a:ea typeface="微软雅黑" panose="020B0503020204020204" pitchFamily="34" charset="-122"/>
            </a:rPr>
            <a:t>Symantec</a:t>
          </a:r>
          <a:endParaRPr lang="zh-CN" dirty="0">
            <a:latin typeface="微软雅黑" panose="020B0503020204020204" pitchFamily="34" charset="-122"/>
            <a:ea typeface="微软雅黑" panose="020B0503020204020204" pitchFamily="34" charset="-122"/>
          </a:endParaRPr>
        </a:p>
      </dgm:t>
    </dgm:pt>
    <dgm:pt modelId="{48825102-5DAB-422C-B7AE-EA7AA8006C77}" type="parTrans" cxnId="{40AA51B4-F439-49AC-B205-9D7B822280B8}">
      <dgm:prSet/>
      <dgm:spPr/>
      <dgm:t>
        <a:bodyPr/>
        <a:lstStyle/>
        <a:p>
          <a:endParaRPr lang="zh-CN" altLang="en-US">
            <a:latin typeface="微软雅黑" panose="020B0503020204020204" pitchFamily="34" charset="-122"/>
            <a:ea typeface="微软雅黑" panose="020B0503020204020204" pitchFamily="34" charset="-122"/>
          </a:endParaRPr>
        </a:p>
      </dgm:t>
    </dgm:pt>
    <dgm:pt modelId="{6838ADCE-AF50-4303-B4CA-47EA08828D65}" type="sibTrans" cxnId="{40AA51B4-F439-49AC-B205-9D7B822280B8}">
      <dgm:prSet/>
      <dgm:spPr>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006AA1A4-3F67-436A-9E35-4B3285484DC4}">
      <dgm:prSet/>
      <dgm:spPr>
        <a:solidFill>
          <a:srgbClr val="FF0103"/>
        </a:solidFill>
        <a:ln>
          <a:noFill/>
        </a:ln>
      </dgm:spPr>
      <dgm:t>
        <a:bodyPr/>
        <a:lstStyle/>
        <a:p>
          <a:pPr rtl="0"/>
          <a:r>
            <a:rPr dirty="0">
              <a:latin typeface="微软雅黑" panose="020B0503020204020204" pitchFamily="34" charset="-122"/>
              <a:ea typeface="微软雅黑" panose="020B0503020204020204" pitchFamily="34" charset="-122"/>
            </a:rPr>
            <a:t>Kaspersky</a:t>
          </a:r>
          <a:endParaRPr lang="zh-CN" dirty="0">
            <a:latin typeface="微软雅黑" panose="020B0503020204020204" pitchFamily="34" charset="-122"/>
            <a:ea typeface="微软雅黑" panose="020B0503020204020204" pitchFamily="34" charset="-122"/>
          </a:endParaRPr>
        </a:p>
      </dgm:t>
    </dgm:pt>
    <dgm:pt modelId="{B1EAEB18-C6EB-4140-BDBC-E10BD2CE3A10}" type="parTrans" cxnId="{85425A3D-0AF1-48FA-8D14-DA8121386A61}">
      <dgm:prSet/>
      <dgm:spPr/>
      <dgm:t>
        <a:bodyPr/>
        <a:lstStyle/>
        <a:p>
          <a:endParaRPr lang="zh-CN" altLang="en-US">
            <a:latin typeface="微软雅黑" panose="020B0503020204020204" pitchFamily="34" charset="-122"/>
            <a:ea typeface="微软雅黑" panose="020B0503020204020204" pitchFamily="34" charset="-122"/>
          </a:endParaRPr>
        </a:p>
      </dgm:t>
    </dgm:pt>
    <dgm:pt modelId="{3EFE52D7-7524-41E0-BE12-3C0C642B3596}" type="sibTrans" cxnId="{85425A3D-0AF1-48FA-8D14-DA8121386A61}">
      <dgm:prSet/>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t="-5000" b="-5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79002E77-CACB-4F99-BA39-176D4998C46F}">
      <dgm:prSet/>
      <dgm:spPr>
        <a:solidFill>
          <a:srgbClr val="005BB3"/>
        </a:solidFill>
        <a:ln>
          <a:noFill/>
        </a:ln>
      </dgm:spPr>
      <dgm:t>
        <a:bodyPr/>
        <a:lstStyle/>
        <a:p>
          <a:pPr rtl="0"/>
          <a:r>
            <a:rPr dirty="0" err="1">
              <a:solidFill>
                <a:schemeClr val="bg1"/>
              </a:solidFill>
              <a:latin typeface="微软雅黑" panose="020B0503020204020204" pitchFamily="34" charset="-122"/>
              <a:ea typeface="微软雅黑" panose="020B0503020204020204" pitchFamily="34" charset="-122"/>
            </a:rPr>
            <a:t>Jiangmin</a:t>
          </a:r>
          <a:endParaRPr lang="zh-CN" dirty="0">
            <a:solidFill>
              <a:schemeClr val="bg1"/>
            </a:solidFill>
            <a:latin typeface="微软雅黑" panose="020B0503020204020204" pitchFamily="34" charset="-122"/>
            <a:ea typeface="微软雅黑" panose="020B0503020204020204" pitchFamily="34" charset="-122"/>
          </a:endParaRPr>
        </a:p>
      </dgm:t>
    </dgm:pt>
    <dgm:pt modelId="{C620931C-6E3F-4D4F-9D91-AE8BCA56408E}" type="parTrans" cxnId="{7F4635BE-A5A5-47E7-B2E7-404B2122EB42}">
      <dgm:prSet/>
      <dgm:spPr/>
      <dgm:t>
        <a:bodyPr/>
        <a:lstStyle/>
        <a:p>
          <a:endParaRPr lang="zh-CN" altLang="en-US">
            <a:latin typeface="微软雅黑" panose="020B0503020204020204" pitchFamily="34" charset="-122"/>
            <a:ea typeface="微软雅黑" panose="020B0503020204020204" pitchFamily="34" charset="-122"/>
          </a:endParaRPr>
        </a:p>
      </dgm:t>
    </dgm:pt>
    <dgm:pt modelId="{69A67AFD-A467-478A-A5ED-9A702A02C130}" type="sibTrans" cxnId="{7F4635BE-A5A5-47E7-B2E7-404B2122EB42}">
      <dgm:prSet/>
      <dgm:spPr>
        <a:blipFill>
          <a:blip xmlns:r="http://schemas.openxmlformats.org/officeDocument/2006/relationships" r:embed="rId4">
            <a:extLst>
              <a:ext uri="{28A0092B-C50C-407E-A947-70E740481C1C}">
                <a14:useLocalDpi xmlns:a14="http://schemas.microsoft.com/office/drawing/2010/main" val="0"/>
              </a:ext>
            </a:extLst>
          </a:blip>
          <a:srcRect/>
          <a:stretch>
            <a:fillRect t="-8000" b="-8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ECF73BEF-4E63-40CC-A4B9-DE3C81C74625}">
      <dgm:prSet/>
      <dgm:spPr>
        <a:solidFill>
          <a:srgbClr val="3CA0DB"/>
        </a:solidFill>
        <a:ln>
          <a:noFill/>
        </a:ln>
      </dgm:spPr>
      <dgm:t>
        <a:bodyPr/>
        <a:lstStyle/>
        <a:p>
          <a:pPr rtl="0"/>
          <a:r>
            <a:rPr dirty="0" err="1">
              <a:solidFill>
                <a:schemeClr val="bg1"/>
              </a:solidFill>
              <a:latin typeface="微软雅黑" panose="020B0503020204020204" pitchFamily="34" charset="-122"/>
              <a:ea typeface="微软雅黑" panose="020B0503020204020204" pitchFamily="34" charset="-122"/>
            </a:rPr>
            <a:t>Kingsoft</a:t>
          </a:r>
          <a:endParaRPr lang="zh-CN" dirty="0">
            <a:solidFill>
              <a:schemeClr val="bg1"/>
            </a:solidFill>
            <a:latin typeface="微软雅黑" panose="020B0503020204020204" pitchFamily="34" charset="-122"/>
            <a:ea typeface="微软雅黑" panose="020B0503020204020204" pitchFamily="34" charset="-122"/>
          </a:endParaRPr>
        </a:p>
      </dgm:t>
    </dgm:pt>
    <dgm:pt modelId="{7F9F52FE-A166-4067-98F3-CB4982357897}" type="parTrans" cxnId="{371EE296-FFC8-4119-BB8C-169ADADF89A8}">
      <dgm:prSet/>
      <dgm:spPr/>
      <dgm:t>
        <a:bodyPr/>
        <a:lstStyle/>
        <a:p>
          <a:endParaRPr lang="zh-CN" altLang="en-US">
            <a:latin typeface="微软雅黑" panose="020B0503020204020204" pitchFamily="34" charset="-122"/>
            <a:ea typeface="微软雅黑" panose="020B0503020204020204" pitchFamily="34" charset="-122"/>
          </a:endParaRPr>
        </a:p>
      </dgm:t>
    </dgm:pt>
    <dgm:pt modelId="{FA02AF36-E11A-4832-8CCB-533B8327F9CF}" type="sibTrans" cxnId="{371EE296-FFC8-4119-BB8C-169ADADF89A8}">
      <dgm:prSet/>
      <dgm:spPr>
        <a:blipFill>
          <a:blip xmlns:r="http://schemas.openxmlformats.org/officeDocument/2006/relationships" r:embed="rId5" cstate="print">
            <a:extLst>
              <a:ext uri="{28A0092B-C50C-407E-A947-70E740481C1C}">
                <a14:useLocalDpi xmlns:a14="http://schemas.microsoft.com/office/drawing/2010/main" val="0"/>
              </a:ext>
            </a:extLst>
          </a:blip>
          <a:srcRect/>
          <a:stretch>
            <a:fillRect t="-7000" b="-7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DEECC2E3-18C1-4B6B-9BA9-676B0C8714A7}">
      <dgm:prSet/>
      <dgm:spPr>
        <a:solidFill>
          <a:srgbClr val="9B0F2C"/>
        </a:solidFill>
        <a:ln>
          <a:noFill/>
        </a:ln>
      </dgm:spPr>
      <dgm:t>
        <a:bodyPr/>
        <a:lstStyle/>
        <a:p>
          <a:pPr rtl="0"/>
          <a:r>
            <a:rPr dirty="0">
              <a:solidFill>
                <a:schemeClr val="bg1"/>
              </a:solidFill>
              <a:latin typeface="微软雅黑" panose="020B0503020204020204" pitchFamily="34" charset="-122"/>
              <a:ea typeface="微软雅黑" panose="020B0503020204020204" pitchFamily="34" charset="-122"/>
            </a:rPr>
            <a:t>McAfee</a:t>
          </a:r>
          <a:endParaRPr lang="zh-CN" dirty="0">
            <a:solidFill>
              <a:schemeClr val="bg1"/>
            </a:solidFill>
            <a:latin typeface="微软雅黑" panose="020B0503020204020204" pitchFamily="34" charset="-122"/>
            <a:ea typeface="微软雅黑" panose="020B0503020204020204" pitchFamily="34" charset="-122"/>
          </a:endParaRPr>
        </a:p>
      </dgm:t>
    </dgm:pt>
    <dgm:pt modelId="{5E96CE29-C3D5-4796-99E5-E394B9932282}" type="parTrans" cxnId="{C0C7B7C1-B46B-4EE1-A06C-22646C2C822B}">
      <dgm:prSet/>
      <dgm:spPr/>
      <dgm:t>
        <a:bodyPr/>
        <a:lstStyle/>
        <a:p>
          <a:endParaRPr lang="zh-CN" altLang="en-US">
            <a:latin typeface="微软雅黑" panose="020B0503020204020204" pitchFamily="34" charset="-122"/>
            <a:ea typeface="微软雅黑" panose="020B0503020204020204" pitchFamily="34" charset="-122"/>
          </a:endParaRPr>
        </a:p>
      </dgm:t>
    </dgm:pt>
    <dgm:pt modelId="{1553A8BF-39ED-4EBB-94A4-2CE60D40A9AB}" type="sibTrans" cxnId="{C0C7B7C1-B46B-4EE1-A06C-22646C2C822B}">
      <dgm:prSet/>
      <dgm:spPr>
        <a:blipFill>
          <a:blip xmlns:r="http://schemas.openxmlformats.org/officeDocument/2006/relationships" r:embed="rId6" cstate="print">
            <a:extLst>
              <a:ext uri="{28A0092B-C50C-407E-A947-70E740481C1C}">
                <a14:useLocalDpi xmlns:a14="http://schemas.microsoft.com/office/drawing/2010/main" val="0"/>
              </a:ext>
            </a:extLst>
          </a:blip>
          <a:srcRect/>
          <a:stretch>
            <a:fillRect t="-7000" b="-7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50F89741-C66A-44B2-8831-2ABD9792C9EC}">
      <dgm:prSet/>
      <dgm:spPr>
        <a:solidFill>
          <a:srgbClr val="63B41E"/>
        </a:solidFill>
        <a:ln>
          <a:noFill/>
        </a:ln>
      </dgm:spPr>
      <dgm:t>
        <a:bodyPr/>
        <a:lstStyle/>
        <a:p>
          <a:pPr rtl="0"/>
          <a:r>
            <a:rPr dirty="0">
              <a:latin typeface="微软雅黑" panose="020B0503020204020204" pitchFamily="34" charset="-122"/>
              <a:ea typeface="微软雅黑" panose="020B0503020204020204" pitchFamily="34" charset="-122"/>
            </a:rPr>
            <a:t>360</a:t>
          </a:r>
          <a:endParaRPr lang="zh-CN" dirty="0">
            <a:latin typeface="微软雅黑" panose="020B0503020204020204" pitchFamily="34" charset="-122"/>
            <a:ea typeface="微软雅黑" panose="020B0503020204020204" pitchFamily="34" charset="-122"/>
          </a:endParaRPr>
        </a:p>
      </dgm:t>
    </dgm:pt>
    <dgm:pt modelId="{BBA7DA01-B479-4DA6-9856-B8092382221C}" type="parTrans" cxnId="{0DCE0DC3-AD76-4AA2-A95C-5072721B26D4}">
      <dgm:prSet/>
      <dgm:spPr/>
      <dgm:t>
        <a:bodyPr/>
        <a:lstStyle/>
        <a:p>
          <a:endParaRPr lang="zh-CN" altLang="en-US">
            <a:latin typeface="微软雅黑" panose="020B0503020204020204" pitchFamily="34" charset="-122"/>
            <a:ea typeface="微软雅黑" panose="020B0503020204020204" pitchFamily="34" charset="-122"/>
          </a:endParaRPr>
        </a:p>
      </dgm:t>
    </dgm:pt>
    <dgm:pt modelId="{BC083FE9-A4CD-4BF4-BEE6-D59C790180FF}" type="sibTrans" cxnId="{0DCE0DC3-AD76-4AA2-A95C-5072721B26D4}">
      <dgm:prSet/>
      <dgm:spPr>
        <a:blipFill>
          <a:blip xmlns:r="http://schemas.openxmlformats.org/officeDocument/2006/relationships" r:embed="rId7">
            <a:extLst>
              <a:ext uri="{28A0092B-C50C-407E-A947-70E740481C1C}">
                <a14:useLocalDpi xmlns:a14="http://schemas.microsoft.com/office/drawing/2010/main" val="0"/>
              </a:ext>
            </a:extLst>
          </a:blip>
          <a:srcRect/>
          <a:stretch>
            <a:fillRect t="-16000" b="-16000"/>
          </a:stretch>
        </a:blipFill>
        <a:ln>
          <a:noFill/>
        </a:ln>
      </dgm:spPr>
      <dgm:t>
        <a:bodyPr/>
        <a:lstStyle/>
        <a:p>
          <a:endParaRPr lang="zh-CN" altLang="en-US">
            <a:latin typeface="微软雅黑" panose="020B0503020204020204" pitchFamily="34" charset="-122"/>
            <a:ea typeface="微软雅黑" panose="020B0503020204020204" pitchFamily="34" charset="-122"/>
          </a:endParaRPr>
        </a:p>
      </dgm:t>
    </dgm:pt>
    <dgm:pt modelId="{79012796-35E5-4590-8109-8703FE9A330E}" type="pres">
      <dgm:prSet presAssocID="{012C5CD8-72DE-44C5-B0CC-4403E4990E85}" presName="Name0" presStyleCnt="0">
        <dgm:presLayoutVars>
          <dgm:chMax val="21"/>
          <dgm:chPref val="21"/>
        </dgm:presLayoutVars>
      </dgm:prSet>
      <dgm:spPr/>
    </dgm:pt>
    <dgm:pt modelId="{FD4A2955-47A9-4E20-B795-0D3166B110DE}" type="pres">
      <dgm:prSet presAssocID="{989EC824-1EEF-4719-BBCB-59EC4ACDEBA1}" presName="text1" presStyleCnt="0"/>
      <dgm:spPr/>
    </dgm:pt>
    <dgm:pt modelId="{B6641BCC-3930-4887-A4ED-BF6EA2BB0553}" type="pres">
      <dgm:prSet presAssocID="{989EC824-1EEF-4719-BBCB-59EC4ACDEBA1}" presName="textRepeatNode" presStyleLbl="alignNode1" presStyleIdx="0" presStyleCnt="7">
        <dgm:presLayoutVars>
          <dgm:chMax val="0"/>
          <dgm:chPref val="0"/>
          <dgm:bulletEnabled val="1"/>
        </dgm:presLayoutVars>
      </dgm:prSet>
      <dgm:spPr/>
    </dgm:pt>
    <dgm:pt modelId="{C69B4E12-6857-4FFA-B90A-31AA554C4CC7}" type="pres">
      <dgm:prSet presAssocID="{989EC824-1EEF-4719-BBCB-59EC4ACDEBA1}" presName="textaccent1" presStyleCnt="0"/>
      <dgm:spPr/>
    </dgm:pt>
    <dgm:pt modelId="{F3ADC175-16CD-48CB-BD66-68E2ED25E1C9}" type="pres">
      <dgm:prSet presAssocID="{989EC824-1EEF-4719-BBCB-59EC4ACDEBA1}" presName="accentRepeatNode" presStyleLbl="solidAlignAcc1" presStyleIdx="0" presStyleCnt="14"/>
      <dgm:spPr>
        <a:ln>
          <a:noFill/>
        </a:ln>
      </dgm:spPr>
    </dgm:pt>
    <dgm:pt modelId="{7D21E6BC-8022-48D8-884E-90052C597DF0}" type="pres">
      <dgm:prSet presAssocID="{58C9F7BF-DEB4-4E93-8C3C-734AFF5C703F}" presName="image1" presStyleCnt="0"/>
      <dgm:spPr/>
    </dgm:pt>
    <dgm:pt modelId="{A7B4AD29-7AC2-433A-A33F-D79C42508C3A}" type="pres">
      <dgm:prSet presAssocID="{58C9F7BF-DEB4-4E93-8C3C-734AFF5C703F}" presName="imageRepeatNode" presStyleLbl="alignAcc1" presStyleIdx="0" presStyleCnt="7"/>
      <dgm:spPr/>
    </dgm:pt>
    <dgm:pt modelId="{CA7938A8-FC95-4A0E-B79C-8FD8D8A8B436}" type="pres">
      <dgm:prSet presAssocID="{58C9F7BF-DEB4-4E93-8C3C-734AFF5C703F}" presName="imageaccent1" presStyleCnt="0"/>
      <dgm:spPr/>
    </dgm:pt>
    <dgm:pt modelId="{91E94E30-358C-4873-AF31-861CAD03B612}" type="pres">
      <dgm:prSet presAssocID="{58C9F7BF-DEB4-4E93-8C3C-734AFF5C703F}" presName="accentRepeatNode" presStyleLbl="solidAlignAcc1" presStyleIdx="1" presStyleCnt="14"/>
      <dgm:spPr>
        <a:noFill/>
        <a:ln>
          <a:noFill/>
        </a:ln>
      </dgm:spPr>
    </dgm:pt>
    <dgm:pt modelId="{EA50C44F-7C56-4F19-97B0-E5F7E5DCBB4F}" type="pres">
      <dgm:prSet presAssocID="{6401F042-643C-4F4F-9925-162D2B36CEED}" presName="text2" presStyleCnt="0"/>
      <dgm:spPr/>
    </dgm:pt>
    <dgm:pt modelId="{0D0C290A-0E6A-45BF-8868-16C55F9F9AEC}" type="pres">
      <dgm:prSet presAssocID="{6401F042-643C-4F4F-9925-162D2B36CEED}" presName="textRepeatNode" presStyleLbl="alignNode1" presStyleIdx="1" presStyleCnt="7">
        <dgm:presLayoutVars>
          <dgm:chMax val="0"/>
          <dgm:chPref val="0"/>
          <dgm:bulletEnabled val="1"/>
        </dgm:presLayoutVars>
      </dgm:prSet>
      <dgm:spPr/>
    </dgm:pt>
    <dgm:pt modelId="{32090CCF-6C5E-4B26-A55F-E1B7A35A839E}" type="pres">
      <dgm:prSet presAssocID="{6401F042-643C-4F4F-9925-162D2B36CEED}" presName="textaccent2" presStyleCnt="0"/>
      <dgm:spPr/>
    </dgm:pt>
    <dgm:pt modelId="{94CF88B2-A877-421C-8F8E-1A746DFA80FF}" type="pres">
      <dgm:prSet presAssocID="{6401F042-643C-4F4F-9925-162D2B36CEED}" presName="accentRepeatNode" presStyleLbl="solidAlignAcc1" presStyleIdx="2" presStyleCnt="14"/>
      <dgm:spPr>
        <a:ln>
          <a:noFill/>
        </a:ln>
      </dgm:spPr>
    </dgm:pt>
    <dgm:pt modelId="{33AF51FD-64AB-42E6-8CF6-94CDFBB07F01}" type="pres">
      <dgm:prSet presAssocID="{6838ADCE-AF50-4303-B4CA-47EA08828D65}" presName="image2" presStyleCnt="0"/>
      <dgm:spPr/>
    </dgm:pt>
    <dgm:pt modelId="{8CD8502C-6031-4131-8720-09B883B20EC7}" type="pres">
      <dgm:prSet presAssocID="{6838ADCE-AF50-4303-B4CA-47EA08828D65}" presName="imageRepeatNode" presStyleLbl="alignAcc1" presStyleIdx="1" presStyleCnt="7"/>
      <dgm:spPr/>
    </dgm:pt>
    <dgm:pt modelId="{383C5879-1916-4446-9AAE-FA04A4BDC2EC}" type="pres">
      <dgm:prSet presAssocID="{6838ADCE-AF50-4303-B4CA-47EA08828D65}" presName="imageaccent2" presStyleCnt="0"/>
      <dgm:spPr/>
    </dgm:pt>
    <dgm:pt modelId="{30BE9541-6862-440F-A122-A8F066E29EB1}" type="pres">
      <dgm:prSet presAssocID="{6838ADCE-AF50-4303-B4CA-47EA08828D65}" presName="accentRepeatNode" presStyleLbl="solidAlignAcc1" presStyleIdx="3" presStyleCnt="14"/>
      <dgm:spPr>
        <a:noFill/>
        <a:ln>
          <a:noFill/>
        </a:ln>
      </dgm:spPr>
    </dgm:pt>
    <dgm:pt modelId="{8A4C36C0-FAEB-449B-8190-877F95FD6B8B}" type="pres">
      <dgm:prSet presAssocID="{006AA1A4-3F67-436A-9E35-4B3285484DC4}" presName="text3" presStyleCnt="0"/>
      <dgm:spPr/>
    </dgm:pt>
    <dgm:pt modelId="{7C24DB2F-65BF-46BD-ABE7-A873043E9FF4}" type="pres">
      <dgm:prSet presAssocID="{006AA1A4-3F67-436A-9E35-4B3285484DC4}" presName="textRepeatNode" presStyleLbl="alignNode1" presStyleIdx="2" presStyleCnt="7">
        <dgm:presLayoutVars>
          <dgm:chMax val="0"/>
          <dgm:chPref val="0"/>
          <dgm:bulletEnabled val="1"/>
        </dgm:presLayoutVars>
      </dgm:prSet>
      <dgm:spPr/>
    </dgm:pt>
    <dgm:pt modelId="{92EE36C0-D9A0-4FBD-B623-F589626FCF72}" type="pres">
      <dgm:prSet presAssocID="{006AA1A4-3F67-436A-9E35-4B3285484DC4}" presName="textaccent3" presStyleCnt="0"/>
      <dgm:spPr/>
    </dgm:pt>
    <dgm:pt modelId="{1D2E9567-B6D2-48A1-88FE-9BD073B3497D}" type="pres">
      <dgm:prSet presAssocID="{006AA1A4-3F67-436A-9E35-4B3285484DC4}" presName="accentRepeatNode" presStyleLbl="solidAlignAcc1" presStyleIdx="4" presStyleCnt="14"/>
      <dgm:spPr>
        <a:ln>
          <a:noFill/>
        </a:ln>
      </dgm:spPr>
    </dgm:pt>
    <dgm:pt modelId="{FADBCDC9-4C78-4720-BC95-60E990BBE18B}" type="pres">
      <dgm:prSet presAssocID="{3EFE52D7-7524-41E0-BE12-3C0C642B3596}" presName="image3" presStyleCnt="0"/>
      <dgm:spPr/>
    </dgm:pt>
    <dgm:pt modelId="{BFD8C9DA-CB2E-4A9A-87DF-B74DB8E7E27E}" type="pres">
      <dgm:prSet presAssocID="{3EFE52D7-7524-41E0-BE12-3C0C642B3596}" presName="imageRepeatNode" presStyleLbl="alignAcc1" presStyleIdx="2" presStyleCnt="7"/>
      <dgm:spPr/>
    </dgm:pt>
    <dgm:pt modelId="{C899A22A-F584-442A-9410-E5DE92228B14}" type="pres">
      <dgm:prSet presAssocID="{3EFE52D7-7524-41E0-BE12-3C0C642B3596}" presName="imageaccent3" presStyleCnt="0"/>
      <dgm:spPr/>
    </dgm:pt>
    <dgm:pt modelId="{2198BCA2-F274-4960-AA4E-6C882A5DC73E}" type="pres">
      <dgm:prSet presAssocID="{3EFE52D7-7524-41E0-BE12-3C0C642B3596}" presName="accentRepeatNode" presStyleLbl="solidAlignAcc1" presStyleIdx="5" presStyleCnt="14"/>
      <dgm:spPr>
        <a:noFill/>
        <a:ln>
          <a:noFill/>
        </a:ln>
      </dgm:spPr>
    </dgm:pt>
    <dgm:pt modelId="{C8A9BD0E-558A-4EBE-8F87-380B7520DF42}" type="pres">
      <dgm:prSet presAssocID="{79002E77-CACB-4F99-BA39-176D4998C46F}" presName="text4" presStyleCnt="0"/>
      <dgm:spPr/>
    </dgm:pt>
    <dgm:pt modelId="{7687E77E-C758-4353-AE72-6F163073FB28}" type="pres">
      <dgm:prSet presAssocID="{79002E77-CACB-4F99-BA39-176D4998C46F}" presName="textRepeatNode" presStyleLbl="alignNode1" presStyleIdx="3" presStyleCnt="7">
        <dgm:presLayoutVars>
          <dgm:chMax val="0"/>
          <dgm:chPref val="0"/>
          <dgm:bulletEnabled val="1"/>
        </dgm:presLayoutVars>
      </dgm:prSet>
      <dgm:spPr/>
    </dgm:pt>
    <dgm:pt modelId="{6FB78282-E485-4622-87F0-A3DF13E72A5F}" type="pres">
      <dgm:prSet presAssocID="{79002E77-CACB-4F99-BA39-176D4998C46F}" presName="textaccent4" presStyleCnt="0"/>
      <dgm:spPr/>
    </dgm:pt>
    <dgm:pt modelId="{7BCE756E-59ED-431B-93C0-AAA4547A37CB}" type="pres">
      <dgm:prSet presAssocID="{79002E77-CACB-4F99-BA39-176D4998C46F}" presName="accentRepeatNode" presStyleLbl="solidAlignAcc1" presStyleIdx="6" presStyleCnt="14"/>
      <dgm:spPr>
        <a:ln>
          <a:noFill/>
        </a:ln>
      </dgm:spPr>
    </dgm:pt>
    <dgm:pt modelId="{183686B7-9462-424C-876C-C531469B243A}" type="pres">
      <dgm:prSet presAssocID="{69A67AFD-A467-478A-A5ED-9A702A02C130}" presName="image4" presStyleCnt="0"/>
      <dgm:spPr/>
    </dgm:pt>
    <dgm:pt modelId="{81E0B0F5-3EBB-48AC-A35F-BD6998D76E0B}" type="pres">
      <dgm:prSet presAssocID="{69A67AFD-A467-478A-A5ED-9A702A02C130}" presName="imageRepeatNode" presStyleLbl="alignAcc1" presStyleIdx="3" presStyleCnt="7"/>
      <dgm:spPr/>
    </dgm:pt>
    <dgm:pt modelId="{96ADA5BF-B900-45CA-A221-483F27CDA31C}" type="pres">
      <dgm:prSet presAssocID="{69A67AFD-A467-478A-A5ED-9A702A02C130}" presName="imageaccent4" presStyleCnt="0"/>
      <dgm:spPr/>
    </dgm:pt>
    <dgm:pt modelId="{DAA9D592-4DCB-4084-AF21-216C88D1314D}" type="pres">
      <dgm:prSet presAssocID="{69A67AFD-A467-478A-A5ED-9A702A02C130}" presName="accentRepeatNode" presStyleLbl="solidAlignAcc1" presStyleIdx="7" presStyleCnt="14"/>
      <dgm:spPr>
        <a:noFill/>
        <a:ln>
          <a:noFill/>
        </a:ln>
      </dgm:spPr>
    </dgm:pt>
    <dgm:pt modelId="{09818658-A13F-47B7-A821-6647C091A8DD}" type="pres">
      <dgm:prSet presAssocID="{ECF73BEF-4E63-40CC-A4B9-DE3C81C74625}" presName="text5" presStyleCnt="0"/>
      <dgm:spPr/>
    </dgm:pt>
    <dgm:pt modelId="{B7C71BA5-E8CD-4598-9FAA-794AEC530C0B}" type="pres">
      <dgm:prSet presAssocID="{ECF73BEF-4E63-40CC-A4B9-DE3C81C74625}" presName="textRepeatNode" presStyleLbl="alignNode1" presStyleIdx="4" presStyleCnt="7">
        <dgm:presLayoutVars>
          <dgm:chMax val="0"/>
          <dgm:chPref val="0"/>
          <dgm:bulletEnabled val="1"/>
        </dgm:presLayoutVars>
      </dgm:prSet>
      <dgm:spPr/>
    </dgm:pt>
    <dgm:pt modelId="{183FEB18-7C64-425E-B4E2-75C25472FD31}" type="pres">
      <dgm:prSet presAssocID="{ECF73BEF-4E63-40CC-A4B9-DE3C81C74625}" presName="textaccent5" presStyleCnt="0"/>
      <dgm:spPr/>
    </dgm:pt>
    <dgm:pt modelId="{8EFFD354-ECE8-4E5B-ACDA-D67973DC98E8}" type="pres">
      <dgm:prSet presAssocID="{ECF73BEF-4E63-40CC-A4B9-DE3C81C74625}" presName="accentRepeatNode" presStyleLbl="solidAlignAcc1" presStyleIdx="8" presStyleCnt="14"/>
      <dgm:spPr>
        <a:ln>
          <a:noFill/>
        </a:ln>
      </dgm:spPr>
    </dgm:pt>
    <dgm:pt modelId="{64B7DF31-CAFC-4A2A-A5BB-A9914AD03D47}" type="pres">
      <dgm:prSet presAssocID="{FA02AF36-E11A-4832-8CCB-533B8327F9CF}" presName="image5" presStyleCnt="0"/>
      <dgm:spPr/>
    </dgm:pt>
    <dgm:pt modelId="{DF97041B-5216-4906-829F-3E4CCF548566}" type="pres">
      <dgm:prSet presAssocID="{FA02AF36-E11A-4832-8CCB-533B8327F9CF}" presName="imageRepeatNode" presStyleLbl="alignAcc1" presStyleIdx="4" presStyleCnt="7"/>
      <dgm:spPr/>
    </dgm:pt>
    <dgm:pt modelId="{A2BA2CDF-560A-4C28-A219-558A398CF553}" type="pres">
      <dgm:prSet presAssocID="{FA02AF36-E11A-4832-8CCB-533B8327F9CF}" presName="imageaccent5" presStyleCnt="0"/>
      <dgm:spPr/>
    </dgm:pt>
    <dgm:pt modelId="{728DC50D-BD47-486E-8BAF-6B4F63C65E62}" type="pres">
      <dgm:prSet presAssocID="{FA02AF36-E11A-4832-8CCB-533B8327F9CF}" presName="accentRepeatNode" presStyleLbl="solidAlignAcc1" presStyleIdx="9" presStyleCnt="14"/>
      <dgm:spPr>
        <a:noFill/>
        <a:ln>
          <a:noFill/>
        </a:ln>
      </dgm:spPr>
    </dgm:pt>
    <dgm:pt modelId="{3727C7DF-AE40-4A25-9413-9F679263B897}" type="pres">
      <dgm:prSet presAssocID="{DEECC2E3-18C1-4B6B-9BA9-676B0C8714A7}" presName="text6" presStyleCnt="0"/>
      <dgm:spPr/>
    </dgm:pt>
    <dgm:pt modelId="{281B69E2-9CD7-422B-AF14-C82EA9C9E118}" type="pres">
      <dgm:prSet presAssocID="{DEECC2E3-18C1-4B6B-9BA9-676B0C8714A7}" presName="textRepeatNode" presStyleLbl="alignNode1" presStyleIdx="5" presStyleCnt="7">
        <dgm:presLayoutVars>
          <dgm:chMax val="0"/>
          <dgm:chPref val="0"/>
          <dgm:bulletEnabled val="1"/>
        </dgm:presLayoutVars>
      </dgm:prSet>
      <dgm:spPr/>
    </dgm:pt>
    <dgm:pt modelId="{822EA895-5A20-4CF0-A472-A05969812E78}" type="pres">
      <dgm:prSet presAssocID="{DEECC2E3-18C1-4B6B-9BA9-676B0C8714A7}" presName="textaccent6" presStyleCnt="0"/>
      <dgm:spPr/>
    </dgm:pt>
    <dgm:pt modelId="{E7BA14F7-2C89-4AD3-8AB9-C7875083432C}" type="pres">
      <dgm:prSet presAssocID="{DEECC2E3-18C1-4B6B-9BA9-676B0C8714A7}" presName="accentRepeatNode" presStyleLbl="solidAlignAcc1" presStyleIdx="10" presStyleCnt="14"/>
      <dgm:spPr>
        <a:ln>
          <a:noFill/>
        </a:ln>
      </dgm:spPr>
    </dgm:pt>
    <dgm:pt modelId="{BF756547-F76D-46B2-BFFE-FDDE1A628F1D}" type="pres">
      <dgm:prSet presAssocID="{1553A8BF-39ED-4EBB-94A4-2CE60D40A9AB}" presName="image6" presStyleCnt="0"/>
      <dgm:spPr/>
    </dgm:pt>
    <dgm:pt modelId="{03F691F7-801C-4BF8-985E-B93E88AC4D77}" type="pres">
      <dgm:prSet presAssocID="{1553A8BF-39ED-4EBB-94A4-2CE60D40A9AB}" presName="imageRepeatNode" presStyleLbl="alignAcc1" presStyleIdx="5" presStyleCnt="7"/>
      <dgm:spPr/>
    </dgm:pt>
    <dgm:pt modelId="{2BC7E7EA-2C2C-48B7-A325-86E1EF39F532}" type="pres">
      <dgm:prSet presAssocID="{1553A8BF-39ED-4EBB-94A4-2CE60D40A9AB}" presName="imageaccent6" presStyleCnt="0"/>
      <dgm:spPr/>
    </dgm:pt>
    <dgm:pt modelId="{58F211E3-017D-42E6-8E2A-74287D8C2168}" type="pres">
      <dgm:prSet presAssocID="{1553A8BF-39ED-4EBB-94A4-2CE60D40A9AB}" presName="accentRepeatNode" presStyleLbl="solidAlignAcc1" presStyleIdx="11" presStyleCnt="14"/>
      <dgm:spPr>
        <a:noFill/>
        <a:ln>
          <a:noFill/>
        </a:ln>
      </dgm:spPr>
    </dgm:pt>
    <dgm:pt modelId="{B23C0E8A-3A50-40FD-897F-5281E943959E}" type="pres">
      <dgm:prSet presAssocID="{50F89741-C66A-44B2-8831-2ABD9792C9EC}" presName="text7" presStyleCnt="0"/>
      <dgm:spPr/>
    </dgm:pt>
    <dgm:pt modelId="{C4D1AD40-41B1-4BFA-B93C-3E02102D3E4C}" type="pres">
      <dgm:prSet presAssocID="{50F89741-C66A-44B2-8831-2ABD9792C9EC}" presName="textRepeatNode" presStyleLbl="alignNode1" presStyleIdx="6" presStyleCnt="7">
        <dgm:presLayoutVars>
          <dgm:chMax val="0"/>
          <dgm:chPref val="0"/>
          <dgm:bulletEnabled val="1"/>
        </dgm:presLayoutVars>
      </dgm:prSet>
      <dgm:spPr/>
    </dgm:pt>
    <dgm:pt modelId="{011DB382-0691-4A01-A2DA-AB882EA34DCB}" type="pres">
      <dgm:prSet presAssocID="{50F89741-C66A-44B2-8831-2ABD9792C9EC}" presName="textaccent7" presStyleCnt="0"/>
      <dgm:spPr/>
    </dgm:pt>
    <dgm:pt modelId="{FD854EDF-5CF7-45EE-82CC-B59A4D7FF6EE}" type="pres">
      <dgm:prSet presAssocID="{50F89741-C66A-44B2-8831-2ABD9792C9EC}" presName="accentRepeatNode" presStyleLbl="solidAlignAcc1" presStyleIdx="12" presStyleCnt="14"/>
      <dgm:spPr>
        <a:ln>
          <a:noFill/>
        </a:ln>
      </dgm:spPr>
    </dgm:pt>
    <dgm:pt modelId="{E7D11A21-BEFE-4BA9-94BC-6B50A60F69A3}" type="pres">
      <dgm:prSet presAssocID="{BC083FE9-A4CD-4BF4-BEE6-D59C790180FF}" presName="image7" presStyleCnt="0"/>
      <dgm:spPr/>
    </dgm:pt>
    <dgm:pt modelId="{3D0A9BA3-7E7E-4B25-A77D-1CCDD859099B}" type="pres">
      <dgm:prSet presAssocID="{BC083FE9-A4CD-4BF4-BEE6-D59C790180FF}" presName="imageRepeatNode" presStyleLbl="alignAcc1" presStyleIdx="6" presStyleCnt="7"/>
      <dgm:spPr/>
    </dgm:pt>
    <dgm:pt modelId="{5B89016B-902F-437D-B9BA-1A24F94F5354}" type="pres">
      <dgm:prSet presAssocID="{BC083FE9-A4CD-4BF4-BEE6-D59C790180FF}" presName="imageaccent7" presStyleCnt="0"/>
      <dgm:spPr/>
    </dgm:pt>
    <dgm:pt modelId="{C9F45705-F3A9-4665-8040-E4184A80D0F9}" type="pres">
      <dgm:prSet presAssocID="{BC083FE9-A4CD-4BF4-BEE6-D59C790180FF}" presName="accentRepeatNode" presStyleLbl="solidAlignAcc1" presStyleIdx="13" presStyleCnt="14"/>
      <dgm:spPr>
        <a:noFill/>
        <a:ln>
          <a:noFill/>
        </a:ln>
      </dgm:spPr>
    </dgm:pt>
  </dgm:ptLst>
  <dgm:cxnLst>
    <dgm:cxn modelId="{103B3217-A623-4625-86A8-65145178D3D5}" type="presOf" srcId="{BC083FE9-A4CD-4BF4-BEE6-D59C790180FF}" destId="{3D0A9BA3-7E7E-4B25-A77D-1CCDD859099B}" srcOrd="0" destOrd="0" presId="urn:microsoft.com/office/officeart/2008/layout/HexagonCluster"/>
    <dgm:cxn modelId="{29BE202B-54CA-4253-BFD8-22FE4E7EC1F0}" type="presOf" srcId="{ECF73BEF-4E63-40CC-A4B9-DE3C81C74625}" destId="{B7C71BA5-E8CD-4598-9FAA-794AEC530C0B}" srcOrd="0" destOrd="0" presId="urn:microsoft.com/office/officeart/2008/layout/HexagonCluster"/>
    <dgm:cxn modelId="{85425A3D-0AF1-48FA-8D14-DA8121386A61}" srcId="{012C5CD8-72DE-44C5-B0CC-4403E4990E85}" destId="{006AA1A4-3F67-436A-9E35-4B3285484DC4}" srcOrd="2" destOrd="0" parTransId="{B1EAEB18-C6EB-4140-BDBC-E10BD2CE3A10}" sibTransId="{3EFE52D7-7524-41E0-BE12-3C0C642B3596}"/>
    <dgm:cxn modelId="{9B3C3447-BAC8-451A-9788-764B8E430C14}" type="presOf" srcId="{012C5CD8-72DE-44C5-B0CC-4403E4990E85}" destId="{79012796-35E5-4590-8109-8703FE9A330E}" srcOrd="0" destOrd="0" presId="urn:microsoft.com/office/officeart/2008/layout/HexagonCluster"/>
    <dgm:cxn modelId="{84C30B48-0A56-4FAC-8E45-0F6AC09BD165}" type="presOf" srcId="{79002E77-CACB-4F99-BA39-176D4998C46F}" destId="{7687E77E-C758-4353-AE72-6F163073FB28}" srcOrd="0" destOrd="0" presId="urn:microsoft.com/office/officeart/2008/layout/HexagonCluster"/>
    <dgm:cxn modelId="{A5A54C49-E47E-45D6-AD23-FFA56592CD61}" type="presOf" srcId="{3EFE52D7-7524-41E0-BE12-3C0C642B3596}" destId="{BFD8C9DA-CB2E-4A9A-87DF-B74DB8E7E27E}" srcOrd="0" destOrd="0" presId="urn:microsoft.com/office/officeart/2008/layout/HexagonCluster"/>
    <dgm:cxn modelId="{8B8E605B-0816-4E16-9187-34917153D990}" type="presOf" srcId="{6401F042-643C-4F4F-9925-162D2B36CEED}" destId="{0D0C290A-0E6A-45BF-8868-16C55F9F9AEC}" srcOrd="0" destOrd="0" presId="urn:microsoft.com/office/officeart/2008/layout/HexagonCluster"/>
    <dgm:cxn modelId="{C4ABAA5D-EB3B-438B-9641-C4C566458A30}" type="presOf" srcId="{58C9F7BF-DEB4-4E93-8C3C-734AFF5C703F}" destId="{A7B4AD29-7AC2-433A-A33F-D79C42508C3A}" srcOrd="0" destOrd="0" presId="urn:microsoft.com/office/officeart/2008/layout/HexagonCluster"/>
    <dgm:cxn modelId="{3ED03C77-4305-483B-B797-CF67755225C9}" type="presOf" srcId="{6838ADCE-AF50-4303-B4CA-47EA08828D65}" destId="{8CD8502C-6031-4131-8720-09B883B20EC7}" srcOrd="0" destOrd="0" presId="urn:microsoft.com/office/officeart/2008/layout/HexagonCluster"/>
    <dgm:cxn modelId="{E9115C83-9DE9-4E8D-9904-A5F5FF60B84B}" type="presOf" srcId="{69A67AFD-A467-478A-A5ED-9A702A02C130}" destId="{81E0B0F5-3EBB-48AC-A35F-BD6998D76E0B}" srcOrd="0" destOrd="0" presId="urn:microsoft.com/office/officeart/2008/layout/HexagonCluster"/>
    <dgm:cxn modelId="{0D6ED189-A024-46EF-8054-F3AB36FD81F9}" srcId="{012C5CD8-72DE-44C5-B0CC-4403E4990E85}" destId="{989EC824-1EEF-4719-BBCB-59EC4ACDEBA1}" srcOrd="0" destOrd="0" parTransId="{692BDA6B-708E-464A-B201-C5CC58DA9FC3}" sibTransId="{58C9F7BF-DEB4-4E93-8C3C-734AFF5C703F}"/>
    <dgm:cxn modelId="{FA8DE68D-8E37-422F-B637-BEA6D03F7C14}" type="presOf" srcId="{006AA1A4-3F67-436A-9E35-4B3285484DC4}" destId="{7C24DB2F-65BF-46BD-ABE7-A873043E9FF4}" srcOrd="0" destOrd="0" presId="urn:microsoft.com/office/officeart/2008/layout/HexagonCluster"/>
    <dgm:cxn modelId="{371EE296-FFC8-4119-BB8C-169ADADF89A8}" srcId="{012C5CD8-72DE-44C5-B0CC-4403E4990E85}" destId="{ECF73BEF-4E63-40CC-A4B9-DE3C81C74625}" srcOrd="4" destOrd="0" parTransId="{7F9F52FE-A166-4067-98F3-CB4982357897}" sibTransId="{FA02AF36-E11A-4832-8CCB-533B8327F9CF}"/>
    <dgm:cxn modelId="{40AA51B4-F439-49AC-B205-9D7B822280B8}" srcId="{012C5CD8-72DE-44C5-B0CC-4403E4990E85}" destId="{6401F042-643C-4F4F-9925-162D2B36CEED}" srcOrd="1" destOrd="0" parTransId="{48825102-5DAB-422C-B7AE-EA7AA8006C77}" sibTransId="{6838ADCE-AF50-4303-B4CA-47EA08828D65}"/>
    <dgm:cxn modelId="{7F4635BE-A5A5-47E7-B2E7-404B2122EB42}" srcId="{012C5CD8-72DE-44C5-B0CC-4403E4990E85}" destId="{79002E77-CACB-4F99-BA39-176D4998C46F}" srcOrd="3" destOrd="0" parTransId="{C620931C-6E3F-4D4F-9D91-AE8BCA56408E}" sibTransId="{69A67AFD-A467-478A-A5ED-9A702A02C130}"/>
    <dgm:cxn modelId="{DA2BA4BE-98BE-4FD0-9A68-0746FEA06B69}" type="presOf" srcId="{DEECC2E3-18C1-4B6B-9BA9-676B0C8714A7}" destId="{281B69E2-9CD7-422B-AF14-C82EA9C9E118}" srcOrd="0" destOrd="0" presId="urn:microsoft.com/office/officeart/2008/layout/HexagonCluster"/>
    <dgm:cxn modelId="{621D3BC0-4EC3-4DF6-A758-B8DC1662ABEF}" type="presOf" srcId="{50F89741-C66A-44B2-8831-2ABD9792C9EC}" destId="{C4D1AD40-41B1-4BFA-B93C-3E02102D3E4C}" srcOrd="0" destOrd="0" presId="urn:microsoft.com/office/officeart/2008/layout/HexagonCluster"/>
    <dgm:cxn modelId="{B743AFC1-4751-44F5-97CE-98D2C39CD840}" type="presOf" srcId="{989EC824-1EEF-4719-BBCB-59EC4ACDEBA1}" destId="{B6641BCC-3930-4887-A4ED-BF6EA2BB0553}" srcOrd="0" destOrd="0" presId="urn:microsoft.com/office/officeart/2008/layout/HexagonCluster"/>
    <dgm:cxn modelId="{C0C7B7C1-B46B-4EE1-A06C-22646C2C822B}" srcId="{012C5CD8-72DE-44C5-B0CC-4403E4990E85}" destId="{DEECC2E3-18C1-4B6B-9BA9-676B0C8714A7}" srcOrd="5" destOrd="0" parTransId="{5E96CE29-C3D5-4796-99E5-E394B9932282}" sibTransId="{1553A8BF-39ED-4EBB-94A4-2CE60D40A9AB}"/>
    <dgm:cxn modelId="{0DCE0DC3-AD76-4AA2-A95C-5072721B26D4}" srcId="{012C5CD8-72DE-44C5-B0CC-4403E4990E85}" destId="{50F89741-C66A-44B2-8831-2ABD9792C9EC}" srcOrd="6" destOrd="0" parTransId="{BBA7DA01-B479-4DA6-9856-B8092382221C}" sibTransId="{BC083FE9-A4CD-4BF4-BEE6-D59C790180FF}"/>
    <dgm:cxn modelId="{4AFFE0CD-9ECA-4E09-A73B-DA09A09FBDA1}" type="presOf" srcId="{1553A8BF-39ED-4EBB-94A4-2CE60D40A9AB}" destId="{03F691F7-801C-4BF8-985E-B93E88AC4D77}" srcOrd="0" destOrd="0" presId="urn:microsoft.com/office/officeart/2008/layout/HexagonCluster"/>
    <dgm:cxn modelId="{F85FAAD1-4115-4EF9-AC4C-4AC470593A27}" type="presOf" srcId="{FA02AF36-E11A-4832-8CCB-533B8327F9CF}" destId="{DF97041B-5216-4906-829F-3E4CCF548566}" srcOrd="0" destOrd="0" presId="urn:microsoft.com/office/officeart/2008/layout/HexagonCluster"/>
    <dgm:cxn modelId="{B0CCED4B-917F-4481-9DF8-86665C201929}" type="presParOf" srcId="{79012796-35E5-4590-8109-8703FE9A330E}" destId="{FD4A2955-47A9-4E20-B795-0D3166B110DE}" srcOrd="0" destOrd="0" presId="urn:microsoft.com/office/officeart/2008/layout/HexagonCluster"/>
    <dgm:cxn modelId="{A7EE9358-7460-4549-AB01-EA59C41E7692}" type="presParOf" srcId="{FD4A2955-47A9-4E20-B795-0D3166B110DE}" destId="{B6641BCC-3930-4887-A4ED-BF6EA2BB0553}" srcOrd="0" destOrd="0" presId="urn:microsoft.com/office/officeart/2008/layout/HexagonCluster"/>
    <dgm:cxn modelId="{A95D57D4-4DC8-472C-B805-058E95C20C46}" type="presParOf" srcId="{79012796-35E5-4590-8109-8703FE9A330E}" destId="{C69B4E12-6857-4FFA-B90A-31AA554C4CC7}" srcOrd="1" destOrd="0" presId="urn:microsoft.com/office/officeart/2008/layout/HexagonCluster"/>
    <dgm:cxn modelId="{B333DE05-C5C1-4FA8-AF37-DD110CFBF88A}" type="presParOf" srcId="{C69B4E12-6857-4FFA-B90A-31AA554C4CC7}" destId="{F3ADC175-16CD-48CB-BD66-68E2ED25E1C9}" srcOrd="0" destOrd="0" presId="urn:microsoft.com/office/officeart/2008/layout/HexagonCluster"/>
    <dgm:cxn modelId="{266276A8-3F15-4A98-9562-B1E8C28823EB}" type="presParOf" srcId="{79012796-35E5-4590-8109-8703FE9A330E}" destId="{7D21E6BC-8022-48D8-884E-90052C597DF0}" srcOrd="2" destOrd="0" presId="urn:microsoft.com/office/officeart/2008/layout/HexagonCluster"/>
    <dgm:cxn modelId="{0C490B9E-413C-4C6A-B452-7C80D8F6BD66}" type="presParOf" srcId="{7D21E6BC-8022-48D8-884E-90052C597DF0}" destId="{A7B4AD29-7AC2-433A-A33F-D79C42508C3A}" srcOrd="0" destOrd="0" presId="urn:microsoft.com/office/officeart/2008/layout/HexagonCluster"/>
    <dgm:cxn modelId="{F77B49E8-0F5E-4546-A0EA-AC27C330BD83}" type="presParOf" srcId="{79012796-35E5-4590-8109-8703FE9A330E}" destId="{CA7938A8-FC95-4A0E-B79C-8FD8D8A8B436}" srcOrd="3" destOrd="0" presId="urn:microsoft.com/office/officeart/2008/layout/HexagonCluster"/>
    <dgm:cxn modelId="{1A0B995E-EA5C-4864-9C95-BD155025F821}" type="presParOf" srcId="{CA7938A8-FC95-4A0E-B79C-8FD8D8A8B436}" destId="{91E94E30-358C-4873-AF31-861CAD03B612}" srcOrd="0" destOrd="0" presId="urn:microsoft.com/office/officeart/2008/layout/HexagonCluster"/>
    <dgm:cxn modelId="{879E2110-25F3-4749-8C07-F4054E894914}" type="presParOf" srcId="{79012796-35E5-4590-8109-8703FE9A330E}" destId="{EA50C44F-7C56-4F19-97B0-E5F7E5DCBB4F}" srcOrd="4" destOrd="0" presId="urn:microsoft.com/office/officeart/2008/layout/HexagonCluster"/>
    <dgm:cxn modelId="{47498CD6-E849-474B-85E1-B806766FF94A}" type="presParOf" srcId="{EA50C44F-7C56-4F19-97B0-E5F7E5DCBB4F}" destId="{0D0C290A-0E6A-45BF-8868-16C55F9F9AEC}" srcOrd="0" destOrd="0" presId="urn:microsoft.com/office/officeart/2008/layout/HexagonCluster"/>
    <dgm:cxn modelId="{B3AFAD05-139C-4C54-8373-7090CBEB62B9}" type="presParOf" srcId="{79012796-35E5-4590-8109-8703FE9A330E}" destId="{32090CCF-6C5E-4B26-A55F-E1B7A35A839E}" srcOrd="5" destOrd="0" presId="urn:microsoft.com/office/officeart/2008/layout/HexagonCluster"/>
    <dgm:cxn modelId="{8B3E61AB-6267-41A7-8E9D-55399E54622C}" type="presParOf" srcId="{32090CCF-6C5E-4B26-A55F-E1B7A35A839E}" destId="{94CF88B2-A877-421C-8F8E-1A746DFA80FF}" srcOrd="0" destOrd="0" presId="urn:microsoft.com/office/officeart/2008/layout/HexagonCluster"/>
    <dgm:cxn modelId="{9D6F804A-70FA-4EDA-B1FC-7EF6C69E869F}" type="presParOf" srcId="{79012796-35E5-4590-8109-8703FE9A330E}" destId="{33AF51FD-64AB-42E6-8CF6-94CDFBB07F01}" srcOrd="6" destOrd="0" presId="urn:microsoft.com/office/officeart/2008/layout/HexagonCluster"/>
    <dgm:cxn modelId="{AB8A5748-4096-474B-B8F3-C3CF9B4B4027}" type="presParOf" srcId="{33AF51FD-64AB-42E6-8CF6-94CDFBB07F01}" destId="{8CD8502C-6031-4131-8720-09B883B20EC7}" srcOrd="0" destOrd="0" presId="urn:microsoft.com/office/officeart/2008/layout/HexagonCluster"/>
    <dgm:cxn modelId="{E5C176F8-E3FC-49DB-827A-DC053884BA97}" type="presParOf" srcId="{79012796-35E5-4590-8109-8703FE9A330E}" destId="{383C5879-1916-4446-9AAE-FA04A4BDC2EC}" srcOrd="7" destOrd="0" presId="urn:microsoft.com/office/officeart/2008/layout/HexagonCluster"/>
    <dgm:cxn modelId="{9F86F244-195A-45E9-AFF1-2EE792FE30BF}" type="presParOf" srcId="{383C5879-1916-4446-9AAE-FA04A4BDC2EC}" destId="{30BE9541-6862-440F-A122-A8F066E29EB1}" srcOrd="0" destOrd="0" presId="urn:microsoft.com/office/officeart/2008/layout/HexagonCluster"/>
    <dgm:cxn modelId="{1F7B8B5A-1EFA-4BA9-8179-7E600159A390}" type="presParOf" srcId="{79012796-35E5-4590-8109-8703FE9A330E}" destId="{8A4C36C0-FAEB-449B-8190-877F95FD6B8B}" srcOrd="8" destOrd="0" presId="urn:microsoft.com/office/officeart/2008/layout/HexagonCluster"/>
    <dgm:cxn modelId="{3D908AE4-4B00-490F-896D-638F59442595}" type="presParOf" srcId="{8A4C36C0-FAEB-449B-8190-877F95FD6B8B}" destId="{7C24DB2F-65BF-46BD-ABE7-A873043E9FF4}" srcOrd="0" destOrd="0" presId="urn:microsoft.com/office/officeart/2008/layout/HexagonCluster"/>
    <dgm:cxn modelId="{A28B744C-7999-4A39-81F7-08F7F01886BA}" type="presParOf" srcId="{79012796-35E5-4590-8109-8703FE9A330E}" destId="{92EE36C0-D9A0-4FBD-B623-F589626FCF72}" srcOrd="9" destOrd="0" presId="urn:microsoft.com/office/officeart/2008/layout/HexagonCluster"/>
    <dgm:cxn modelId="{4C1F08D0-C510-4BCD-953D-5C7FF852B8DB}" type="presParOf" srcId="{92EE36C0-D9A0-4FBD-B623-F589626FCF72}" destId="{1D2E9567-B6D2-48A1-88FE-9BD073B3497D}" srcOrd="0" destOrd="0" presId="urn:microsoft.com/office/officeart/2008/layout/HexagonCluster"/>
    <dgm:cxn modelId="{78A32E8A-5F33-45EB-80D1-A9194BF47AAD}" type="presParOf" srcId="{79012796-35E5-4590-8109-8703FE9A330E}" destId="{FADBCDC9-4C78-4720-BC95-60E990BBE18B}" srcOrd="10" destOrd="0" presId="urn:microsoft.com/office/officeart/2008/layout/HexagonCluster"/>
    <dgm:cxn modelId="{FDE7064B-1CED-43EA-983B-93E071062381}" type="presParOf" srcId="{FADBCDC9-4C78-4720-BC95-60E990BBE18B}" destId="{BFD8C9DA-CB2E-4A9A-87DF-B74DB8E7E27E}" srcOrd="0" destOrd="0" presId="urn:microsoft.com/office/officeart/2008/layout/HexagonCluster"/>
    <dgm:cxn modelId="{81F41FFF-986E-4228-9C07-7118B823D4F2}" type="presParOf" srcId="{79012796-35E5-4590-8109-8703FE9A330E}" destId="{C899A22A-F584-442A-9410-E5DE92228B14}" srcOrd="11" destOrd="0" presId="urn:microsoft.com/office/officeart/2008/layout/HexagonCluster"/>
    <dgm:cxn modelId="{50C52A78-DD5B-4422-818E-5F9087D9340C}" type="presParOf" srcId="{C899A22A-F584-442A-9410-E5DE92228B14}" destId="{2198BCA2-F274-4960-AA4E-6C882A5DC73E}" srcOrd="0" destOrd="0" presId="urn:microsoft.com/office/officeart/2008/layout/HexagonCluster"/>
    <dgm:cxn modelId="{A1CBF516-1470-48EF-B695-8B46E20BD171}" type="presParOf" srcId="{79012796-35E5-4590-8109-8703FE9A330E}" destId="{C8A9BD0E-558A-4EBE-8F87-380B7520DF42}" srcOrd="12" destOrd="0" presId="urn:microsoft.com/office/officeart/2008/layout/HexagonCluster"/>
    <dgm:cxn modelId="{F5AC34D9-C001-44BD-AD23-3704F8438955}" type="presParOf" srcId="{C8A9BD0E-558A-4EBE-8F87-380B7520DF42}" destId="{7687E77E-C758-4353-AE72-6F163073FB28}" srcOrd="0" destOrd="0" presId="urn:microsoft.com/office/officeart/2008/layout/HexagonCluster"/>
    <dgm:cxn modelId="{AE45E43B-0F43-4896-BA05-FD882DC30247}" type="presParOf" srcId="{79012796-35E5-4590-8109-8703FE9A330E}" destId="{6FB78282-E485-4622-87F0-A3DF13E72A5F}" srcOrd="13" destOrd="0" presId="urn:microsoft.com/office/officeart/2008/layout/HexagonCluster"/>
    <dgm:cxn modelId="{D20BBB9C-63D8-47E1-B1F1-38983617EBDC}" type="presParOf" srcId="{6FB78282-E485-4622-87F0-A3DF13E72A5F}" destId="{7BCE756E-59ED-431B-93C0-AAA4547A37CB}" srcOrd="0" destOrd="0" presId="urn:microsoft.com/office/officeart/2008/layout/HexagonCluster"/>
    <dgm:cxn modelId="{1BDA14FD-69C9-42AB-B4BE-FD4A1688E49F}" type="presParOf" srcId="{79012796-35E5-4590-8109-8703FE9A330E}" destId="{183686B7-9462-424C-876C-C531469B243A}" srcOrd="14" destOrd="0" presId="urn:microsoft.com/office/officeart/2008/layout/HexagonCluster"/>
    <dgm:cxn modelId="{A084019E-3E53-45DF-A824-9884A96E6D52}" type="presParOf" srcId="{183686B7-9462-424C-876C-C531469B243A}" destId="{81E0B0F5-3EBB-48AC-A35F-BD6998D76E0B}" srcOrd="0" destOrd="0" presId="urn:microsoft.com/office/officeart/2008/layout/HexagonCluster"/>
    <dgm:cxn modelId="{1BA17721-D87A-411A-80B7-CC254E034D33}" type="presParOf" srcId="{79012796-35E5-4590-8109-8703FE9A330E}" destId="{96ADA5BF-B900-45CA-A221-483F27CDA31C}" srcOrd="15" destOrd="0" presId="urn:microsoft.com/office/officeart/2008/layout/HexagonCluster"/>
    <dgm:cxn modelId="{C0CCE9BE-4E1D-452F-A1DE-0FD6C6640BFE}" type="presParOf" srcId="{96ADA5BF-B900-45CA-A221-483F27CDA31C}" destId="{DAA9D592-4DCB-4084-AF21-216C88D1314D}" srcOrd="0" destOrd="0" presId="urn:microsoft.com/office/officeart/2008/layout/HexagonCluster"/>
    <dgm:cxn modelId="{E4506BE7-12D3-45F7-854E-FFBFD940724F}" type="presParOf" srcId="{79012796-35E5-4590-8109-8703FE9A330E}" destId="{09818658-A13F-47B7-A821-6647C091A8DD}" srcOrd="16" destOrd="0" presId="urn:microsoft.com/office/officeart/2008/layout/HexagonCluster"/>
    <dgm:cxn modelId="{18B8B175-08B5-4777-97B9-0BB53CB6289F}" type="presParOf" srcId="{09818658-A13F-47B7-A821-6647C091A8DD}" destId="{B7C71BA5-E8CD-4598-9FAA-794AEC530C0B}" srcOrd="0" destOrd="0" presId="urn:microsoft.com/office/officeart/2008/layout/HexagonCluster"/>
    <dgm:cxn modelId="{D134CF33-5520-49ED-AD3A-FEB3D3DD58E9}" type="presParOf" srcId="{79012796-35E5-4590-8109-8703FE9A330E}" destId="{183FEB18-7C64-425E-B4E2-75C25472FD31}" srcOrd="17" destOrd="0" presId="urn:microsoft.com/office/officeart/2008/layout/HexagonCluster"/>
    <dgm:cxn modelId="{6AF54C7F-F0CD-4A17-A7B6-3F96802635FE}" type="presParOf" srcId="{183FEB18-7C64-425E-B4E2-75C25472FD31}" destId="{8EFFD354-ECE8-4E5B-ACDA-D67973DC98E8}" srcOrd="0" destOrd="0" presId="urn:microsoft.com/office/officeart/2008/layout/HexagonCluster"/>
    <dgm:cxn modelId="{F6486953-8844-45A7-A516-5EFDA12398E0}" type="presParOf" srcId="{79012796-35E5-4590-8109-8703FE9A330E}" destId="{64B7DF31-CAFC-4A2A-A5BB-A9914AD03D47}" srcOrd="18" destOrd="0" presId="urn:microsoft.com/office/officeart/2008/layout/HexagonCluster"/>
    <dgm:cxn modelId="{57C32DE2-F586-4495-9F70-879366E28BAE}" type="presParOf" srcId="{64B7DF31-CAFC-4A2A-A5BB-A9914AD03D47}" destId="{DF97041B-5216-4906-829F-3E4CCF548566}" srcOrd="0" destOrd="0" presId="urn:microsoft.com/office/officeart/2008/layout/HexagonCluster"/>
    <dgm:cxn modelId="{AEEFBA67-9263-45AF-865A-3ABF5B1D4700}" type="presParOf" srcId="{79012796-35E5-4590-8109-8703FE9A330E}" destId="{A2BA2CDF-560A-4C28-A219-558A398CF553}" srcOrd="19" destOrd="0" presId="urn:microsoft.com/office/officeart/2008/layout/HexagonCluster"/>
    <dgm:cxn modelId="{25675BA4-D934-4F38-9833-E47203D73233}" type="presParOf" srcId="{A2BA2CDF-560A-4C28-A219-558A398CF553}" destId="{728DC50D-BD47-486E-8BAF-6B4F63C65E62}" srcOrd="0" destOrd="0" presId="urn:microsoft.com/office/officeart/2008/layout/HexagonCluster"/>
    <dgm:cxn modelId="{C115B836-99C1-44CE-9FD5-89DF312E60F8}" type="presParOf" srcId="{79012796-35E5-4590-8109-8703FE9A330E}" destId="{3727C7DF-AE40-4A25-9413-9F679263B897}" srcOrd="20" destOrd="0" presId="urn:microsoft.com/office/officeart/2008/layout/HexagonCluster"/>
    <dgm:cxn modelId="{538332DB-3500-4A77-A382-5736603167A9}" type="presParOf" srcId="{3727C7DF-AE40-4A25-9413-9F679263B897}" destId="{281B69E2-9CD7-422B-AF14-C82EA9C9E118}" srcOrd="0" destOrd="0" presId="urn:microsoft.com/office/officeart/2008/layout/HexagonCluster"/>
    <dgm:cxn modelId="{C571808F-68D5-43F0-90D5-4DAEC64B444C}" type="presParOf" srcId="{79012796-35E5-4590-8109-8703FE9A330E}" destId="{822EA895-5A20-4CF0-A472-A05969812E78}" srcOrd="21" destOrd="0" presId="urn:microsoft.com/office/officeart/2008/layout/HexagonCluster"/>
    <dgm:cxn modelId="{F99C4823-08AA-4280-9C13-15ADC6834DC6}" type="presParOf" srcId="{822EA895-5A20-4CF0-A472-A05969812E78}" destId="{E7BA14F7-2C89-4AD3-8AB9-C7875083432C}" srcOrd="0" destOrd="0" presId="urn:microsoft.com/office/officeart/2008/layout/HexagonCluster"/>
    <dgm:cxn modelId="{692585A7-FC9A-4C8D-B2C3-B53F9DBDF6D8}" type="presParOf" srcId="{79012796-35E5-4590-8109-8703FE9A330E}" destId="{BF756547-F76D-46B2-BFFE-FDDE1A628F1D}" srcOrd="22" destOrd="0" presId="urn:microsoft.com/office/officeart/2008/layout/HexagonCluster"/>
    <dgm:cxn modelId="{F66926BB-6249-4E95-A419-CF2B76F1F8EB}" type="presParOf" srcId="{BF756547-F76D-46B2-BFFE-FDDE1A628F1D}" destId="{03F691F7-801C-4BF8-985E-B93E88AC4D77}" srcOrd="0" destOrd="0" presId="urn:microsoft.com/office/officeart/2008/layout/HexagonCluster"/>
    <dgm:cxn modelId="{67C56D76-577B-4347-8868-8BAE5C6E9EE4}" type="presParOf" srcId="{79012796-35E5-4590-8109-8703FE9A330E}" destId="{2BC7E7EA-2C2C-48B7-A325-86E1EF39F532}" srcOrd="23" destOrd="0" presId="urn:microsoft.com/office/officeart/2008/layout/HexagonCluster"/>
    <dgm:cxn modelId="{A21360FF-6743-4630-B3EA-CC27BDA4BD27}" type="presParOf" srcId="{2BC7E7EA-2C2C-48B7-A325-86E1EF39F532}" destId="{58F211E3-017D-42E6-8E2A-74287D8C2168}" srcOrd="0" destOrd="0" presId="urn:microsoft.com/office/officeart/2008/layout/HexagonCluster"/>
    <dgm:cxn modelId="{5EAC7D93-3F7D-41EE-B566-6C92A26327E8}" type="presParOf" srcId="{79012796-35E5-4590-8109-8703FE9A330E}" destId="{B23C0E8A-3A50-40FD-897F-5281E943959E}" srcOrd="24" destOrd="0" presId="urn:microsoft.com/office/officeart/2008/layout/HexagonCluster"/>
    <dgm:cxn modelId="{EC31A4AA-5BEE-4423-853E-F4CA41AB1F93}" type="presParOf" srcId="{B23C0E8A-3A50-40FD-897F-5281E943959E}" destId="{C4D1AD40-41B1-4BFA-B93C-3E02102D3E4C}" srcOrd="0" destOrd="0" presId="urn:microsoft.com/office/officeart/2008/layout/HexagonCluster"/>
    <dgm:cxn modelId="{EC45C375-5283-4433-881B-0CB0B3828D59}" type="presParOf" srcId="{79012796-35E5-4590-8109-8703FE9A330E}" destId="{011DB382-0691-4A01-A2DA-AB882EA34DCB}" srcOrd="25" destOrd="0" presId="urn:microsoft.com/office/officeart/2008/layout/HexagonCluster"/>
    <dgm:cxn modelId="{0A490DE7-E773-4175-8476-49F04387FC0A}" type="presParOf" srcId="{011DB382-0691-4A01-A2DA-AB882EA34DCB}" destId="{FD854EDF-5CF7-45EE-82CC-B59A4D7FF6EE}" srcOrd="0" destOrd="0" presId="urn:microsoft.com/office/officeart/2008/layout/HexagonCluster"/>
    <dgm:cxn modelId="{1547DFF2-F534-4D08-B06A-2583C233C185}" type="presParOf" srcId="{79012796-35E5-4590-8109-8703FE9A330E}" destId="{E7D11A21-BEFE-4BA9-94BC-6B50A60F69A3}" srcOrd="26" destOrd="0" presId="urn:microsoft.com/office/officeart/2008/layout/HexagonCluster"/>
    <dgm:cxn modelId="{FF48515D-A03C-4200-B7C6-06CD70773FB4}" type="presParOf" srcId="{E7D11A21-BEFE-4BA9-94BC-6B50A60F69A3}" destId="{3D0A9BA3-7E7E-4B25-A77D-1CCDD859099B}" srcOrd="0" destOrd="0" presId="urn:microsoft.com/office/officeart/2008/layout/HexagonCluster"/>
    <dgm:cxn modelId="{D7D870BD-7CEB-49FE-8B8F-35572A5F569A}" type="presParOf" srcId="{79012796-35E5-4590-8109-8703FE9A330E}" destId="{5B89016B-902F-437D-B9BA-1A24F94F5354}" srcOrd="27" destOrd="0" presId="urn:microsoft.com/office/officeart/2008/layout/HexagonCluster"/>
    <dgm:cxn modelId="{2528422D-4B40-42BE-A161-F9FCE4D072B7}" type="presParOf" srcId="{5B89016B-902F-437D-B9BA-1A24F94F5354}" destId="{C9F45705-F3A9-4665-8040-E4184A80D0F9}" srcOrd="0" destOrd="0" presId="urn:microsoft.com/office/officeart/2008/layout/Hexagon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F814E6-9BF5-4A20-BFDD-FFC8BF8B6341}">
      <dsp:nvSpPr>
        <dsp:cNvPr id="0" name=""/>
        <dsp:cNvSpPr/>
      </dsp:nvSpPr>
      <dsp:spPr>
        <a:xfrm>
          <a:off x="3038317" y="1739645"/>
          <a:ext cx="1322779" cy="1322779"/>
        </a:xfrm>
        <a:prstGeom prst="ellipse">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latin typeface="微软雅黑" panose="020B0503020204020204" pitchFamily="34" charset="-122"/>
              <a:ea typeface="微软雅黑" panose="020B0503020204020204" pitchFamily="34" charset="-122"/>
            </a:rPr>
            <a:t>Security threats</a:t>
          </a:r>
          <a:endParaRPr lang="zh-CN" altLang="en-US" sz="1400" kern="1200" dirty="0">
            <a:latin typeface="微软雅黑" panose="020B0503020204020204" pitchFamily="34" charset="-122"/>
            <a:ea typeface="微软雅黑" panose="020B0503020204020204" pitchFamily="34" charset="-122"/>
          </a:endParaRPr>
        </a:p>
      </dsp:txBody>
      <dsp:txXfrm>
        <a:off x="3232033" y="1933361"/>
        <a:ext cx="935347" cy="935347"/>
      </dsp:txXfrm>
    </dsp:sp>
    <dsp:sp modelId="{F42D4784-5025-43F9-9251-D2CD8A49536B}">
      <dsp:nvSpPr>
        <dsp:cNvPr id="0" name=""/>
        <dsp:cNvSpPr/>
      </dsp:nvSpPr>
      <dsp:spPr>
        <a:xfrm rot="16200000">
          <a:off x="3499951" y="1523800"/>
          <a:ext cx="399512" cy="32178"/>
        </a:xfrm>
        <a:custGeom>
          <a:avLst/>
          <a:gdLst/>
          <a:ahLst/>
          <a:cxnLst/>
          <a:rect l="0" t="0" r="0" b="0"/>
          <a:pathLst>
            <a:path>
              <a:moveTo>
                <a:pt x="0" y="16089"/>
              </a:moveTo>
              <a:lnTo>
                <a:pt x="399512" y="1608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3689719" y="1529901"/>
        <a:ext cx="19975" cy="19975"/>
      </dsp:txXfrm>
    </dsp:sp>
    <dsp:sp modelId="{66EF7F64-E7BF-485A-B5FE-3E75121C9156}">
      <dsp:nvSpPr>
        <dsp:cNvPr id="0" name=""/>
        <dsp:cNvSpPr/>
      </dsp:nvSpPr>
      <dsp:spPr>
        <a:xfrm>
          <a:off x="3038317" y="17353"/>
          <a:ext cx="1322779" cy="132277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endParaRPr lang="zh-CN" altLang="en-US" sz="1200" kern="1200" dirty="0">
            <a:solidFill>
              <a:sysClr val="windowText" lastClr="000000"/>
            </a:solidFill>
            <a:latin typeface="微软雅黑" panose="020B0503020204020204" pitchFamily="34" charset="-122"/>
            <a:ea typeface="微软雅黑" panose="020B0503020204020204" pitchFamily="34" charset="-122"/>
          </a:endParaRPr>
        </a:p>
      </dsp:txBody>
      <dsp:txXfrm>
        <a:off x="3232033" y="211069"/>
        <a:ext cx="935347" cy="935347"/>
      </dsp:txXfrm>
    </dsp:sp>
    <dsp:sp modelId="{067628BF-4310-49F8-B96F-F7EDCA4040B1}">
      <dsp:nvSpPr>
        <dsp:cNvPr id="0" name=""/>
        <dsp:cNvSpPr/>
      </dsp:nvSpPr>
      <dsp:spPr>
        <a:xfrm rot="20520000">
          <a:off x="4318949" y="2118837"/>
          <a:ext cx="399512" cy="32178"/>
        </a:xfrm>
        <a:custGeom>
          <a:avLst/>
          <a:gdLst/>
          <a:ahLst/>
          <a:cxnLst/>
          <a:rect l="0" t="0" r="0" b="0"/>
          <a:pathLst>
            <a:path>
              <a:moveTo>
                <a:pt x="0" y="16089"/>
              </a:moveTo>
              <a:lnTo>
                <a:pt x="399512" y="1608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4508718" y="2124939"/>
        <a:ext cx="19975" cy="19975"/>
      </dsp:txXfrm>
    </dsp:sp>
    <dsp:sp modelId="{EBD1547C-8C73-41C0-B46A-7D4F9800D703}">
      <dsp:nvSpPr>
        <dsp:cNvPr id="0" name=""/>
        <dsp:cNvSpPr/>
      </dsp:nvSpPr>
      <dsp:spPr>
        <a:xfrm>
          <a:off x="4676314" y="1207428"/>
          <a:ext cx="1322779" cy="132277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solidFill>
              <a:sysClr val="windowText" lastClr="000000"/>
            </a:solidFill>
            <a:latin typeface="微软雅黑" panose="020B0503020204020204" pitchFamily="34" charset="-122"/>
            <a:ea typeface="微软雅黑" panose="020B0503020204020204" pitchFamily="34" charset="-122"/>
          </a:endParaRPr>
        </a:p>
      </dsp:txBody>
      <dsp:txXfrm>
        <a:off x="4870030" y="1401144"/>
        <a:ext cx="935347" cy="935347"/>
      </dsp:txXfrm>
    </dsp:sp>
    <dsp:sp modelId="{E08140BE-1239-4DE4-BD76-3135FAAB9BA9}">
      <dsp:nvSpPr>
        <dsp:cNvPr id="0" name=""/>
        <dsp:cNvSpPr/>
      </dsp:nvSpPr>
      <dsp:spPr>
        <a:xfrm rot="3240000">
          <a:off x="4006120" y="3081628"/>
          <a:ext cx="399512" cy="32178"/>
        </a:xfrm>
        <a:custGeom>
          <a:avLst/>
          <a:gdLst/>
          <a:ahLst/>
          <a:cxnLst/>
          <a:rect l="0" t="0" r="0" b="0"/>
          <a:pathLst>
            <a:path>
              <a:moveTo>
                <a:pt x="0" y="16089"/>
              </a:moveTo>
              <a:lnTo>
                <a:pt x="399512" y="1608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a:off x="4195888" y="3087729"/>
        <a:ext cx="19975" cy="19975"/>
      </dsp:txXfrm>
    </dsp:sp>
    <dsp:sp modelId="{95F9DB72-6E9C-4EF1-B98F-60BF5FA66C52}">
      <dsp:nvSpPr>
        <dsp:cNvPr id="0" name=""/>
        <dsp:cNvSpPr/>
      </dsp:nvSpPr>
      <dsp:spPr>
        <a:xfrm>
          <a:off x="4050655" y="3133009"/>
          <a:ext cx="1322779" cy="132277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solidFill>
              <a:sysClr val="windowText" lastClr="000000"/>
            </a:solidFill>
            <a:latin typeface="微软雅黑" panose="020B0503020204020204" pitchFamily="34" charset="-122"/>
            <a:ea typeface="微软雅黑" panose="020B0503020204020204" pitchFamily="34" charset="-122"/>
          </a:endParaRPr>
        </a:p>
      </dsp:txBody>
      <dsp:txXfrm>
        <a:off x="4244371" y="3326725"/>
        <a:ext cx="935347" cy="935347"/>
      </dsp:txXfrm>
    </dsp:sp>
    <dsp:sp modelId="{E6B72EC2-A7C9-4AA2-9B44-89E83746FE4D}">
      <dsp:nvSpPr>
        <dsp:cNvPr id="0" name=""/>
        <dsp:cNvSpPr/>
      </dsp:nvSpPr>
      <dsp:spPr>
        <a:xfrm rot="7560000">
          <a:off x="2993782" y="3081628"/>
          <a:ext cx="399512" cy="32178"/>
        </a:xfrm>
        <a:custGeom>
          <a:avLst/>
          <a:gdLst/>
          <a:ahLst/>
          <a:cxnLst/>
          <a:rect l="0" t="0" r="0" b="0"/>
          <a:pathLst>
            <a:path>
              <a:moveTo>
                <a:pt x="0" y="16089"/>
              </a:moveTo>
              <a:lnTo>
                <a:pt x="399512" y="1608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dirty="0"/>
        </a:p>
      </dsp:txBody>
      <dsp:txXfrm rot="10800000">
        <a:off x="3183550" y="3087729"/>
        <a:ext cx="19975" cy="19975"/>
      </dsp:txXfrm>
    </dsp:sp>
    <dsp:sp modelId="{A51D0015-8DAC-4C84-9007-FAB0DCB832CE}">
      <dsp:nvSpPr>
        <dsp:cNvPr id="0" name=""/>
        <dsp:cNvSpPr/>
      </dsp:nvSpPr>
      <dsp:spPr>
        <a:xfrm>
          <a:off x="2025979" y="3133009"/>
          <a:ext cx="1322779" cy="132277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endParaRPr lang="zh-CN" altLang="en-US" sz="1200" kern="1200" dirty="0">
            <a:solidFill>
              <a:sysClr val="windowText" lastClr="000000"/>
            </a:solidFill>
            <a:latin typeface="微软雅黑" panose="020B0503020204020204" pitchFamily="34" charset="-122"/>
            <a:ea typeface="微软雅黑" panose="020B0503020204020204" pitchFamily="34" charset="-122"/>
          </a:endParaRPr>
        </a:p>
      </dsp:txBody>
      <dsp:txXfrm>
        <a:off x="2219695" y="3326725"/>
        <a:ext cx="935347" cy="935347"/>
      </dsp:txXfrm>
    </dsp:sp>
    <dsp:sp modelId="{A68FF639-843D-464B-BD40-47BEE4A2B554}">
      <dsp:nvSpPr>
        <dsp:cNvPr id="0" name=""/>
        <dsp:cNvSpPr/>
      </dsp:nvSpPr>
      <dsp:spPr>
        <a:xfrm rot="11880000">
          <a:off x="2680952" y="2118837"/>
          <a:ext cx="399512" cy="32178"/>
        </a:xfrm>
        <a:custGeom>
          <a:avLst/>
          <a:gdLst/>
          <a:ahLst/>
          <a:cxnLst/>
          <a:rect l="0" t="0" r="0" b="0"/>
          <a:pathLst>
            <a:path>
              <a:moveTo>
                <a:pt x="0" y="16089"/>
              </a:moveTo>
              <a:lnTo>
                <a:pt x="399512" y="1608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22300">
            <a:lnSpc>
              <a:spcPct val="90000"/>
            </a:lnSpc>
            <a:spcBef>
              <a:spcPct val="0"/>
            </a:spcBef>
            <a:spcAft>
              <a:spcPct val="35000"/>
            </a:spcAft>
            <a:buNone/>
          </a:pPr>
          <a:endParaRPr lang="zh-CN" altLang="en-US" sz="1400" kern="1200"/>
        </a:p>
      </dsp:txBody>
      <dsp:txXfrm rot="10800000">
        <a:off x="2870721" y="2124939"/>
        <a:ext cx="19975" cy="19975"/>
      </dsp:txXfrm>
    </dsp:sp>
    <dsp:sp modelId="{B4D62A40-4091-478F-B57C-4A083DF99EF8}">
      <dsp:nvSpPr>
        <dsp:cNvPr id="0" name=""/>
        <dsp:cNvSpPr/>
      </dsp:nvSpPr>
      <dsp:spPr>
        <a:xfrm>
          <a:off x="1400320" y="1207428"/>
          <a:ext cx="1322779" cy="132277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100000"/>
            </a:lnSpc>
            <a:spcBef>
              <a:spcPct val="0"/>
            </a:spcBef>
            <a:spcAft>
              <a:spcPts val="0"/>
            </a:spcAft>
            <a:buNone/>
          </a:pPr>
          <a:endParaRPr lang="zh-CN" altLang="en-US" sz="1200" kern="1200" dirty="0">
            <a:solidFill>
              <a:sysClr val="windowText" lastClr="000000"/>
            </a:solidFill>
            <a:latin typeface="微软雅黑" panose="020B0503020204020204" pitchFamily="34" charset="-122"/>
            <a:ea typeface="微软雅黑" panose="020B0503020204020204" pitchFamily="34" charset="-122"/>
          </a:endParaRPr>
        </a:p>
      </dsp:txBody>
      <dsp:txXfrm>
        <a:off x="1594036" y="1401144"/>
        <a:ext cx="935347" cy="9353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F10D0B-7A91-48FA-BA0B-79063B8BA31F}">
      <dsp:nvSpPr>
        <dsp:cNvPr id="0" name=""/>
        <dsp:cNvSpPr/>
      </dsp:nvSpPr>
      <dsp:spPr>
        <a:xfrm>
          <a:off x="3648981" y="2002498"/>
          <a:ext cx="1521845" cy="1521845"/>
        </a:xfrm>
        <a:prstGeom prst="ellipse">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altLang="zh-CN" sz="1600" kern="1200" dirty="0">
              <a:latin typeface="微软雅黑" panose="020B0503020204020204" pitchFamily="34" charset="-122"/>
              <a:ea typeface="微软雅黑" panose="020B0503020204020204" pitchFamily="34" charset="-122"/>
            </a:rPr>
            <a:t>Hazards</a:t>
          </a:r>
          <a:endParaRPr lang="zh-CN" altLang="en-US" sz="1600" kern="1200" dirty="0">
            <a:latin typeface="微软雅黑" panose="020B0503020204020204" pitchFamily="34" charset="-122"/>
            <a:ea typeface="微软雅黑" panose="020B0503020204020204" pitchFamily="34" charset="-122"/>
          </a:endParaRPr>
        </a:p>
      </dsp:txBody>
      <dsp:txXfrm>
        <a:off x="3871850" y="2225367"/>
        <a:ext cx="1076107" cy="1076107"/>
      </dsp:txXfrm>
    </dsp:sp>
    <dsp:sp modelId="{3F8C1E87-2486-4964-9EC1-3FA04E6B0F43}">
      <dsp:nvSpPr>
        <dsp:cNvPr id="0" name=""/>
        <dsp:cNvSpPr/>
      </dsp:nvSpPr>
      <dsp:spPr>
        <a:xfrm rot="16200000">
          <a:off x="4179688" y="1756607"/>
          <a:ext cx="460432" cy="31349"/>
        </a:xfrm>
        <a:custGeom>
          <a:avLst/>
          <a:gdLst/>
          <a:ahLst/>
          <a:cxnLst/>
          <a:rect l="0" t="0" r="0" b="0"/>
          <a:pathLst>
            <a:path>
              <a:moveTo>
                <a:pt x="0" y="15674"/>
              </a:moveTo>
              <a:lnTo>
                <a:pt x="460432" y="15674"/>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398393" y="1760771"/>
        <a:ext cx="23021" cy="23021"/>
      </dsp:txXfrm>
    </dsp:sp>
    <dsp:sp modelId="{C18C25D5-C27F-4C0C-8557-AD7767A0C94C}">
      <dsp:nvSpPr>
        <dsp:cNvPr id="0" name=""/>
        <dsp:cNvSpPr/>
      </dsp:nvSpPr>
      <dsp:spPr>
        <a:xfrm>
          <a:off x="3648981" y="20220"/>
          <a:ext cx="1521845" cy="1521845"/>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anose="020B0503020204020204" pitchFamily="34" charset="-122"/>
              <a:ea typeface="微软雅黑" panose="020B0503020204020204" pitchFamily="34" charset="-122"/>
            </a:rPr>
            <a:t>Permission bypass</a:t>
          </a:r>
          <a:endParaRPr lang="zh-CN" altLang="en-US" sz="1400" kern="1200" dirty="0">
            <a:solidFill>
              <a:schemeClr val="tx1"/>
            </a:solidFill>
            <a:latin typeface="微软雅黑" panose="020B0503020204020204" pitchFamily="34" charset="-122"/>
            <a:ea typeface="微软雅黑" panose="020B0503020204020204" pitchFamily="34" charset="-122"/>
          </a:endParaRPr>
        </a:p>
      </dsp:txBody>
      <dsp:txXfrm>
        <a:off x="3871850" y="243089"/>
        <a:ext cx="1076107" cy="1076107"/>
      </dsp:txXfrm>
    </dsp:sp>
    <dsp:sp modelId="{3809C504-FC59-45FF-9EFA-94A9D73B0DA9}">
      <dsp:nvSpPr>
        <dsp:cNvPr id="0" name=""/>
        <dsp:cNvSpPr/>
      </dsp:nvSpPr>
      <dsp:spPr>
        <a:xfrm rot="20520000">
          <a:off x="5122317" y="2441467"/>
          <a:ext cx="460432" cy="31349"/>
        </a:xfrm>
        <a:custGeom>
          <a:avLst/>
          <a:gdLst/>
          <a:ahLst/>
          <a:cxnLst/>
          <a:rect l="0" t="0" r="0" b="0"/>
          <a:pathLst>
            <a:path>
              <a:moveTo>
                <a:pt x="0" y="15674"/>
              </a:moveTo>
              <a:lnTo>
                <a:pt x="460432" y="15674"/>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5341022" y="2445632"/>
        <a:ext cx="23021" cy="23021"/>
      </dsp:txXfrm>
    </dsp:sp>
    <dsp:sp modelId="{8317C0A9-C5AF-42B1-9598-5A8557054F27}">
      <dsp:nvSpPr>
        <dsp:cNvPr id="0" name=""/>
        <dsp:cNvSpPr/>
      </dsp:nvSpPr>
      <dsp:spPr>
        <a:xfrm>
          <a:off x="5534240" y="1389941"/>
          <a:ext cx="1521845" cy="1521845"/>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anose="020B0503020204020204" pitchFamily="34" charset="-122"/>
              <a:ea typeface="微软雅黑" panose="020B0503020204020204" pitchFamily="34" charset="-122"/>
            </a:rPr>
            <a:t>Permission escalation</a:t>
          </a:r>
          <a:endParaRPr lang="zh-CN" altLang="en-US" sz="1400" kern="1200" dirty="0">
            <a:solidFill>
              <a:schemeClr val="tx1"/>
            </a:solidFill>
            <a:latin typeface="微软雅黑" panose="020B0503020204020204" pitchFamily="34" charset="-122"/>
            <a:ea typeface="微软雅黑" panose="020B0503020204020204" pitchFamily="34" charset="-122"/>
          </a:endParaRPr>
        </a:p>
      </dsp:txBody>
      <dsp:txXfrm>
        <a:off x="5757109" y="1612810"/>
        <a:ext cx="1076107" cy="1076107"/>
      </dsp:txXfrm>
    </dsp:sp>
    <dsp:sp modelId="{C894800C-251C-402D-8DA1-7D396CBF73F7}">
      <dsp:nvSpPr>
        <dsp:cNvPr id="0" name=""/>
        <dsp:cNvSpPr/>
      </dsp:nvSpPr>
      <dsp:spPr>
        <a:xfrm rot="3240000">
          <a:off x="4762264" y="3549595"/>
          <a:ext cx="460432" cy="31349"/>
        </a:xfrm>
        <a:custGeom>
          <a:avLst/>
          <a:gdLst/>
          <a:ahLst/>
          <a:cxnLst/>
          <a:rect l="0" t="0" r="0" b="0"/>
          <a:pathLst>
            <a:path>
              <a:moveTo>
                <a:pt x="0" y="15674"/>
              </a:moveTo>
              <a:lnTo>
                <a:pt x="460432" y="15674"/>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4980970" y="3553759"/>
        <a:ext cx="23021" cy="23021"/>
      </dsp:txXfrm>
    </dsp:sp>
    <dsp:sp modelId="{F7630243-A09B-45FE-B9FB-D0C3BEFA32C1}">
      <dsp:nvSpPr>
        <dsp:cNvPr id="0" name=""/>
        <dsp:cNvSpPr/>
      </dsp:nvSpPr>
      <dsp:spPr>
        <a:xfrm>
          <a:off x="4814135" y="3606195"/>
          <a:ext cx="1521845" cy="1521845"/>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anose="020B0503020204020204" pitchFamily="34" charset="-122"/>
              <a:ea typeface="微软雅黑" panose="020B0503020204020204" pitchFamily="34" charset="-122"/>
            </a:rPr>
            <a:t>DoS attack</a:t>
          </a:r>
          <a:endParaRPr lang="zh-CN" altLang="en-US" sz="1400" kern="1200" dirty="0">
            <a:solidFill>
              <a:schemeClr val="tx1"/>
            </a:solidFill>
            <a:latin typeface="微软雅黑" panose="020B0503020204020204" pitchFamily="34" charset="-122"/>
            <a:ea typeface="微软雅黑" panose="020B0503020204020204" pitchFamily="34" charset="-122"/>
          </a:endParaRPr>
        </a:p>
      </dsp:txBody>
      <dsp:txXfrm>
        <a:off x="5037004" y="3829064"/>
        <a:ext cx="1076107" cy="1076107"/>
      </dsp:txXfrm>
    </dsp:sp>
    <dsp:sp modelId="{4583BD7B-B58A-4787-AE41-63A050F60952}">
      <dsp:nvSpPr>
        <dsp:cNvPr id="0" name=""/>
        <dsp:cNvSpPr/>
      </dsp:nvSpPr>
      <dsp:spPr>
        <a:xfrm rot="7560000">
          <a:off x="3597111" y="3549595"/>
          <a:ext cx="460432" cy="31349"/>
        </a:xfrm>
        <a:custGeom>
          <a:avLst/>
          <a:gdLst/>
          <a:ahLst/>
          <a:cxnLst/>
          <a:rect l="0" t="0" r="0" b="0"/>
          <a:pathLst>
            <a:path>
              <a:moveTo>
                <a:pt x="0" y="15674"/>
              </a:moveTo>
              <a:lnTo>
                <a:pt x="460432" y="15674"/>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815816" y="3553759"/>
        <a:ext cx="23021" cy="23021"/>
      </dsp:txXfrm>
    </dsp:sp>
    <dsp:sp modelId="{C3F21557-10E2-41D1-94BD-442C315C6506}">
      <dsp:nvSpPr>
        <dsp:cNvPr id="0" name=""/>
        <dsp:cNvSpPr/>
      </dsp:nvSpPr>
      <dsp:spPr>
        <a:xfrm>
          <a:off x="2483827" y="3606195"/>
          <a:ext cx="1521845" cy="1521845"/>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anose="020B0503020204020204" pitchFamily="34" charset="-122"/>
              <a:ea typeface="微软雅黑" panose="020B0503020204020204" pitchFamily="34" charset="-122"/>
            </a:rPr>
            <a:t>Data leakage</a:t>
          </a:r>
          <a:endParaRPr lang="zh-CN" altLang="en-US" sz="1400" kern="1200" dirty="0">
            <a:solidFill>
              <a:schemeClr val="tx1"/>
            </a:solidFill>
            <a:latin typeface="微软雅黑" panose="020B0503020204020204" pitchFamily="34" charset="-122"/>
            <a:ea typeface="微软雅黑" panose="020B0503020204020204" pitchFamily="34" charset="-122"/>
          </a:endParaRPr>
        </a:p>
      </dsp:txBody>
      <dsp:txXfrm>
        <a:off x="2706696" y="3829064"/>
        <a:ext cx="1076107" cy="1076107"/>
      </dsp:txXfrm>
    </dsp:sp>
    <dsp:sp modelId="{5D697C39-20C0-4942-8B3F-30883BCB9175}">
      <dsp:nvSpPr>
        <dsp:cNvPr id="0" name=""/>
        <dsp:cNvSpPr/>
      </dsp:nvSpPr>
      <dsp:spPr>
        <a:xfrm rot="11880000">
          <a:off x="3314749" y="2453772"/>
          <a:ext cx="380792" cy="31349"/>
        </a:xfrm>
        <a:custGeom>
          <a:avLst/>
          <a:gdLst/>
          <a:ahLst/>
          <a:cxnLst/>
          <a:rect l="0" t="0" r="0" b="0"/>
          <a:pathLst>
            <a:path>
              <a:moveTo>
                <a:pt x="0" y="15674"/>
              </a:moveTo>
              <a:lnTo>
                <a:pt x="380792" y="15674"/>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3495626" y="2459928"/>
        <a:ext cx="19039" cy="19039"/>
      </dsp:txXfrm>
    </dsp:sp>
    <dsp:sp modelId="{735B8E84-3B6B-49F1-BD79-338F1ED40690}">
      <dsp:nvSpPr>
        <dsp:cNvPr id="0" name=""/>
        <dsp:cNvSpPr/>
      </dsp:nvSpPr>
      <dsp:spPr>
        <a:xfrm>
          <a:off x="1681832" y="1330764"/>
          <a:ext cx="1685626" cy="1640199"/>
        </a:xfrm>
        <a:prstGeom prst="ellipse">
          <a:avLst/>
        </a:prstGeom>
        <a:solidFill>
          <a:schemeClr val="bg1">
            <a:lumMod val="95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altLang="zh-CN" sz="1400" kern="1200" dirty="0">
              <a:solidFill>
                <a:schemeClr val="tx1"/>
              </a:solidFill>
              <a:latin typeface="微软雅黑" panose="020B0503020204020204" pitchFamily="34" charset="-122"/>
              <a:ea typeface="微软雅黑" panose="020B0503020204020204" pitchFamily="34" charset="-122"/>
            </a:rPr>
            <a:t>Execution of unauthorized instructions</a:t>
          </a:r>
          <a:endParaRPr lang="zh-CN" altLang="en-US" sz="1400" kern="1200" dirty="0">
            <a:solidFill>
              <a:schemeClr val="tx1"/>
            </a:solidFill>
            <a:latin typeface="微软雅黑" panose="020B0503020204020204" pitchFamily="34" charset="-122"/>
            <a:ea typeface="微软雅黑" panose="020B0503020204020204" pitchFamily="34" charset="-122"/>
          </a:endParaRPr>
        </a:p>
      </dsp:txBody>
      <dsp:txXfrm>
        <a:off x="1928686" y="1570966"/>
        <a:ext cx="1191918" cy="11597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641BCC-3930-4887-A4ED-BF6EA2BB0553}">
      <dsp:nvSpPr>
        <dsp:cNvPr id="0" name=""/>
        <dsp:cNvSpPr/>
      </dsp:nvSpPr>
      <dsp:spPr>
        <a:xfrm>
          <a:off x="2265071" y="2190138"/>
          <a:ext cx="1535106" cy="1318157"/>
        </a:xfrm>
        <a:prstGeom prst="hexagon">
          <a:avLst>
            <a:gd name="adj" fmla="val 25000"/>
            <a:gd name="vf" fmla="val 115470"/>
          </a:avLst>
        </a:prstGeom>
        <a:solidFill>
          <a:srgbClr val="E68A2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a:latin typeface="微软雅黑" panose="020B0503020204020204" pitchFamily="34" charset="-122"/>
              <a:ea typeface="微软雅黑" panose="020B0503020204020204" pitchFamily="34" charset="-122"/>
            </a:rPr>
            <a:t>Rising</a:t>
          </a:r>
          <a:endParaRPr lang="zh-CN" sz="1700" kern="1200" dirty="0">
            <a:latin typeface="微软雅黑" panose="020B0503020204020204" pitchFamily="34" charset="-122"/>
            <a:ea typeface="微软雅黑" panose="020B0503020204020204" pitchFamily="34" charset="-122"/>
          </a:endParaRPr>
        </a:p>
      </dsp:txBody>
      <dsp:txXfrm>
        <a:off x="2502843" y="2394307"/>
        <a:ext cx="1059562" cy="909819"/>
      </dsp:txXfrm>
    </dsp:sp>
    <dsp:sp modelId="{F3ADC175-16CD-48CB-BD66-68E2ED25E1C9}">
      <dsp:nvSpPr>
        <dsp:cNvPr id="0" name=""/>
        <dsp:cNvSpPr/>
      </dsp:nvSpPr>
      <dsp:spPr>
        <a:xfrm>
          <a:off x="2301699" y="2779408"/>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A7B4AD29-7AC2-433A-A33F-D79C42508C3A}">
      <dsp:nvSpPr>
        <dsp:cNvPr id="0" name=""/>
        <dsp:cNvSpPr/>
      </dsp:nvSpPr>
      <dsp:spPr>
        <a:xfrm>
          <a:off x="944033" y="1461251"/>
          <a:ext cx="1535106" cy="1318157"/>
        </a:xfrm>
        <a:prstGeom prst="hexagon">
          <a:avLst>
            <a:gd name="adj" fmla="val 25000"/>
            <a:gd name="vf" fmla="val 115470"/>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t="-16000" b="-16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91E94E30-358C-4873-AF31-861CAD03B612}">
      <dsp:nvSpPr>
        <dsp:cNvPr id="0" name=""/>
        <dsp:cNvSpPr/>
      </dsp:nvSpPr>
      <dsp:spPr>
        <a:xfrm>
          <a:off x="1995655" y="2604515"/>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D0C290A-0E6A-45BF-8868-16C55F9F9AEC}">
      <dsp:nvSpPr>
        <dsp:cNvPr id="0" name=""/>
        <dsp:cNvSpPr/>
      </dsp:nvSpPr>
      <dsp:spPr>
        <a:xfrm>
          <a:off x="3586110" y="1457276"/>
          <a:ext cx="1535106" cy="1318157"/>
        </a:xfrm>
        <a:prstGeom prst="hexagon">
          <a:avLst>
            <a:gd name="adj" fmla="val 25000"/>
            <a:gd name="vf" fmla="val 115470"/>
          </a:avLst>
        </a:prstGeom>
        <a:solidFill>
          <a:srgbClr val="FDB54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a:latin typeface="微软雅黑" panose="020B0503020204020204" pitchFamily="34" charset="-122"/>
              <a:ea typeface="微软雅黑" panose="020B0503020204020204" pitchFamily="34" charset="-122"/>
            </a:rPr>
            <a:t>Symantec</a:t>
          </a:r>
          <a:endParaRPr lang="zh-CN" sz="1700" kern="1200" dirty="0">
            <a:latin typeface="微软雅黑" panose="020B0503020204020204" pitchFamily="34" charset="-122"/>
            <a:ea typeface="微软雅黑" panose="020B0503020204020204" pitchFamily="34" charset="-122"/>
          </a:endParaRPr>
        </a:p>
      </dsp:txBody>
      <dsp:txXfrm>
        <a:off x="3823882" y="1661445"/>
        <a:ext cx="1059562" cy="909819"/>
      </dsp:txXfrm>
    </dsp:sp>
    <dsp:sp modelId="{94CF88B2-A877-421C-8F8E-1A746DFA80FF}">
      <dsp:nvSpPr>
        <dsp:cNvPr id="0" name=""/>
        <dsp:cNvSpPr/>
      </dsp:nvSpPr>
      <dsp:spPr>
        <a:xfrm>
          <a:off x="4642615" y="2597559"/>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CD8502C-6031-4131-8720-09B883B20EC7}">
      <dsp:nvSpPr>
        <dsp:cNvPr id="0" name=""/>
        <dsp:cNvSpPr/>
      </dsp:nvSpPr>
      <dsp:spPr>
        <a:xfrm>
          <a:off x="4906334" y="2187157"/>
          <a:ext cx="1535106" cy="1318157"/>
        </a:xfrm>
        <a:prstGeom prst="hexagon">
          <a:avLst>
            <a:gd name="adj" fmla="val 25000"/>
            <a:gd name="vf" fmla="val 115470"/>
          </a:avLst>
        </a:prstGeom>
        <a:blipFill>
          <a:blip xmlns:r="http://schemas.openxmlformats.org/officeDocument/2006/relationships" r:embed="rId2">
            <a:extLst>
              <a:ext uri="{28A0092B-C50C-407E-A947-70E740481C1C}">
                <a14:useLocalDpi xmlns:a14="http://schemas.microsoft.com/office/drawing/2010/main" val="0"/>
              </a:ext>
            </a:extLst>
          </a:blip>
          <a:srcRect/>
          <a:stretch>
            <a:fillRect t="-10000" b="-10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0BE9541-6862-440F-A122-A8F066E29EB1}">
      <dsp:nvSpPr>
        <dsp:cNvPr id="0" name=""/>
        <dsp:cNvSpPr/>
      </dsp:nvSpPr>
      <dsp:spPr>
        <a:xfrm>
          <a:off x="4943775" y="2773943"/>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C24DB2F-65BF-46BD-ABE7-A873043E9FF4}">
      <dsp:nvSpPr>
        <dsp:cNvPr id="0" name=""/>
        <dsp:cNvSpPr/>
      </dsp:nvSpPr>
      <dsp:spPr>
        <a:xfrm>
          <a:off x="2265071" y="732861"/>
          <a:ext cx="1535106" cy="1318157"/>
        </a:xfrm>
        <a:prstGeom prst="hexagon">
          <a:avLst>
            <a:gd name="adj" fmla="val 25000"/>
            <a:gd name="vf" fmla="val 115470"/>
          </a:avLst>
        </a:prstGeom>
        <a:solidFill>
          <a:srgbClr val="FF010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a:latin typeface="微软雅黑" panose="020B0503020204020204" pitchFamily="34" charset="-122"/>
              <a:ea typeface="微软雅黑" panose="020B0503020204020204" pitchFamily="34" charset="-122"/>
            </a:rPr>
            <a:t>Kaspersky</a:t>
          </a:r>
          <a:endParaRPr lang="zh-CN" sz="1700" kern="1200" dirty="0">
            <a:latin typeface="微软雅黑" panose="020B0503020204020204" pitchFamily="34" charset="-122"/>
            <a:ea typeface="微软雅黑" panose="020B0503020204020204" pitchFamily="34" charset="-122"/>
          </a:endParaRPr>
        </a:p>
      </dsp:txBody>
      <dsp:txXfrm>
        <a:off x="2502843" y="937030"/>
        <a:ext cx="1059562" cy="909819"/>
      </dsp:txXfrm>
    </dsp:sp>
    <dsp:sp modelId="{1D2E9567-B6D2-48A1-88FE-9BD073B3497D}">
      <dsp:nvSpPr>
        <dsp:cNvPr id="0" name=""/>
        <dsp:cNvSpPr/>
      </dsp:nvSpPr>
      <dsp:spPr>
        <a:xfrm>
          <a:off x="3310181" y="750748"/>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FD8C9DA-CB2E-4A9A-87DF-B74DB8E7E27E}">
      <dsp:nvSpPr>
        <dsp:cNvPr id="0" name=""/>
        <dsp:cNvSpPr/>
      </dsp:nvSpPr>
      <dsp:spPr>
        <a:xfrm>
          <a:off x="3586110" y="0"/>
          <a:ext cx="1535106" cy="1318157"/>
        </a:xfrm>
        <a:prstGeom prst="hexagon">
          <a:avLst>
            <a:gd name="adj" fmla="val 25000"/>
            <a:gd name="vf" fmla="val 115470"/>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t="-5000" b="-5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198BCA2-F274-4960-AA4E-6C882A5DC73E}">
      <dsp:nvSpPr>
        <dsp:cNvPr id="0" name=""/>
        <dsp:cNvSpPr/>
      </dsp:nvSpPr>
      <dsp:spPr>
        <a:xfrm>
          <a:off x="3629249" y="583804"/>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687E77E-C758-4353-AE72-6F163073FB28}">
      <dsp:nvSpPr>
        <dsp:cNvPr id="0" name=""/>
        <dsp:cNvSpPr/>
      </dsp:nvSpPr>
      <dsp:spPr>
        <a:xfrm>
          <a:off x="4906334" y="729880"/>
          <a:ext cx="1535106" cy="1318157"/>
        </a:xfrm>
        <a:prstGeom prst="hexagon">
          <a:avLst>
            <a:gd name="adj" fmla="val 25000"/>
            <a:gd name="vf" fmla="val 115470"/>
          </a:avLst>
        </a:prstGeom>
        <a:solidFill>
          <a:srgbClr val="005BB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err="1">
              <a:solidFill>
                <a:schemeClr val="bg1"/>
              </a:solidFill>
              <a:latin typeface="微软雅黑" panose="020B0503020204020204" pitchFamily="34" charset="-122"/>
              <a:ea typeface="微软雅黑" panose="020B0503020204020204" pitchFamily="34" charset="-122"/>
            </a:rPr>
            <a:t>Jiangmin</a:t>
          </a:r>
          <a:endParaRPr lang="zh-CN" sz="1700" kern="1200" dirty="0">
            <a:solidFill>
              <a:schemeClr val="bg1"/>
            </a:solidFill>
            <a:latin typeface="微软雅黑" panose="020B0503020204020204" pitchFamily="34" charset="-122"/>
            <a:ea typeface="微软雅黑" panose="020B0503020204020204" pitchFamily="34" charset="-122"/>
          </a:endParaRPr>
        </a:p>
      </dsp:txBody>
      <dsp:txXfrm>
        <a:off x="5144106" y="934049"/>
        <a:ext cx="1059562" cy="909819"/>
      </dsp:txXfrm>
    </dsp:sp>
    <dsp:sp modelId="{7BCE756E-59ED-431B-93C0-AAA4547A37CB}">
      <dsp:nvSpPr>
        <dsp:cNvPr id="0" name=""/>
        <dsp:cNvSpPr/>
      </dsp:nvSpPr>
      <dsp:spPr>
        <a:xfrm>
          <a:off x="6234698" y="1314182"/>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1E0B0F5-3EBB-48AC-A35F-BD6998D76E0B}">
      <dsp:nvSpPr>
        <dsp:cNvPr id="0" name=""/>
        <dsp:cNvSpPr/>
      </dsp:nvSpPr>
      <dsp:spPr>
        <a:xfrm>
          <a:off x="6227372" y="1471188"/>
          <a:ext cx="1535106" cy="1318157"/>
        </a:xfrm>
        <a:prstGeom prst="hexagon">
          <a:avLst>
            <a:gd name="adj" fmla="val 25000"/>
            <a:gd name="vf" fmla="val 11547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t="-8000" b="-8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AA9D592-4DCB-4084-AF21-216C88D1314D}">
      <dsp:nvSpPr>
        <dsp:cNvPr id="0" name=""/>
        <dsp:cNvSpPr/>
      </dsp:nvSpPr>
      <dsp:spPr>
        <a:xfrm>
          <a:off x="6526905" y="1494540"/>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B7C71BA5-E8CD-4598-9FAA-794AEC530C0B}">
      <dsp:nvSpPr>
        <dsp:cNvPr id="0" name=""/>
        <dsp:cNvSpPr/>
      </dsp:nvSpPr>
      <dsp:spPr>
        <a:xfrm>
          <a:off x="6227372" y="13911"/>
          <a:ext cx="1535106" cy="1318157"/>
        </a:xfrm>
        <a:prstGeom prst="hexagon">
          <a:avLst>
            <a:gd name="adj" fmla="val 25000"/>
            <a:gd name="vf" fmla="val 115470"/>
          </a:avLst>
        </a:prstGeom>
        <a:solidFill>
          <a:srgbClr val="3CA0D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err="1">
              <a:solidFill>
                <a:schemeClr val="bg1"/>
              </a:solidFill>
              <a:latin typeface="微软雅黑" panose="020B0503020204020204" pitchFamily="34" charset="-122"/>
              <a:ea typeface="微软雅黑" panose="020B0503020204020204" pitchFamily="34" charset="-122"/>
            </a:rPr>
            <a:t>Kingsoft</a:t>
          </a:r>
          <a:endParaRPr lang="zh-CN" sz="1700" kern="1200" dirty="0">
            <a:solidFill>
              <a:schemeClr val="bg1"/>
            </a:solidFill>
            <a:latin typeface="微软雅黑" panose="020B0503020204020204" pitchFamily="34" charset="-122"/>
            <a:ea typeface="微软雅黑" panose="020B0503020204020204" pitchFamily="34" charset="-122"/>
          </a:endParaRPr>
        </a:p>
      </dsp:txBody>
      <dsp:txXfrm>
        <a:off x="6465144" y="218080"/>
        <a:ext cx="1059562" cy="909819"/>
      </dsp:txXfrm>
    </dsp:sp>
    <dsp:sp modelId="{8EFFD354-ECE8-4E5B-ACDA-D67973DC98E8}">
      <dsp:nvSpPr>
        <dsp:cNvPr id="0" name=""/>
        <dsp:cNvSpPr/>
      </dsp:nvSpPr>
      <dsp:spPr>
        <a:xfrm>
          <a:off x="7555736" y="604672"/>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DF97041B-5216-4906-829F-3E4CCF548566}">
      <dsp:nvSpPr>
        <dsp:cNvPr id="0" name=""/>
        <dsp:cNvSpPr/>
      </dsp:nvSpPr>
      <dsp:spPr>
        <a:xfrm>
          <a:off x="7548410" y="749257"/>
          <a:ext cx="1535106" cy="1318157"/>
        </a:xfrm>
        <a:prstGeom prst="hexagon">
          <a:avLst>
            <a:gd name="adj" fmla="val 25000"/>
            <a:gd name="vf" fmla="val 115470"/>
          </a:avLst>
        </a:prstGeom>
        <a:blipFill>
          <a:blip xmlns:r="http://schemas.openxmlformats.org/officeDocument/2006/relationships" r:embed="rId5" cstate="print">
            <a:extLst>
              <a:ext uri="{28A0092B-C50C-407E-A947-70E740481C1C}">
                <a14:useLocalDpi xmlns:a14="http://schemas.microsoft.com/office/drawing/2010/main" val="0"/>
              </a:ext>
            </a:extLst>
          </a:blip>
          <a:srcRect/>
          <a:stretch>
            <a:fillRect t="-7000" b="-7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728DC50D-BD47-486E-8BAF-6B4F63C65E62}">
      <dsp:nvSpPr>
        <dsp:cNvPr id="0" name=""/>
        <dsp:cNvSpPr/>
      </dsp:nvSpPr>
      <dsp:spPr>
        <a:xfrm>
          <a:off x="7854455" y="778572"/>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281B69E2-9CD7-422B-AF14-C82EA9C9E118}">
      <dsp:nvSpPr>
        <dsp:cNvPr id="0" name=""/>
        <dsp:cNvSpPr/>
      </dsp:nvSpPr>
      <dsp:spPr>
        <a:xfrm>
          <a:off x="7548410" y="2204050"/>
          <a:ext cx="1535106" cy="1318157"/>
        </a:xfrm>
        <a:prstGeom prst="hexagon">
          <a:avLst>
            <a:gd name="adj" fmla="val 25000"/>
            <a:gd name="vf" fmla="val 115470"/>
          </a:avLst>
        </a:prstGeom>
        <a:solidFill>
          <a:srgbClr val="9B0F2C"/>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a:solidFill>
                <a:schemeClr val="bg1"/>
              </a:solidFill>
              <a:latin typeface="微软雅黑" panose="020B0503020204020204" pitchFamily="34" charset="-122"/>
              <a:ea typeface="微软雅黑" panose="020B0503020204020204" pitchFamily="34" charset="-122"/>
            </a:rPr>
            <a:t>McAfee</a:t>
          </a:r>
          <a:endParaRPr lang="zh-CN" sz="1700" kern="1200" dirty="0">
            <a:solidFill>
              <a:schemeClr val="bg1"/>
            </a:solidFill>
            <a:latin typeface="微软雅黑" panose="020B0503020204020204" pitchFamily="34" charset="-122"/>
            <a:ea typeface="微软雅黑" panose="020B0503020204020204" pitchFamily="34" charset="-122"/>
          </a:endParaRPr>
        </a:p>
      </dsp:txBody>
      <dsp:txXfrm>
        <a:off x="7786182" y="2408219"/>
        <a:ext cx="1059562" cy="909819"/>
      </dsp:txXfrm>
    </dsp:sp>
    <dsp:sp modelId="{E7BA14F7-2C89-4AD3-8AB9-C7875083432C}">
      <dsp:nvSpPr>
        <dsp:cNvPr id="0" name=""/>
        <dsp:cNvSpPr/>
      </dsp:nvSpPr>
      <dsp:spPr>
        <a:xfrm>
          <a:off x="7852827" y="3358741"/>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03F691F7-801C-4BF8-985E-B93E88AC4D77}">
      <dsp:nvSpPr>
        <dsp:cNvPr id="0" name=""/>
        <dsp:cNvSpPr/>
      </dsp:nvSpPr>
      <dsp:spPr>
        <a:xfrm>
          <a:off x="6227372" y="2925980"/>
          <a:ext cx="1535106" cy="1318157"/>
        </a:xfrm>
        <a:prstGeom prst="hexagon">
          <a:avLst>
            <a:gd name="adj" fmla="val 25000"/>
            <a:gd name="vf" fmla="val 115470"/>
          </a:avLst>
        </a:prstGeom>
        <a:blipFill>
          <a:blip xmlns:r="http://schemas.openxmlformats.org/officeDocument/2006/relationships" r:embed="rId6" cstate="print">
            <a:extLst>
              <a:ext uri="{28A0092B-C50C-407E-A947-70E740481C1C}">
                <a14:useLocalDpi xmlns:a14="http://schemas.microsoft.com/office/drawing/2010/main" val="0"/>
              </a:ext>
            </a:extLst>
          </a:blip>
          <a:srcRect/>
          <a:stretch>
            <a:fillRect t="-7000" b="-7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8F211E3-017D-42E6-8E2A-74287D8C2168}">
      <dsp:nvSpPr>
        <dsp:cNvPr id="0" name=""/>
        <dsp:cNvSpPr/>
      </dsp:nvSpPr>
      <dsp:spPr>
        <a:xfrm>
          <a:off x="7567945" y="3504320"/>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4D1AD40-41B1-4BFA-B93C-3E02102D3E4C}">
      <dsp:nvSpPr>
        <dsp:cNvPr id="0" name=""/>
        <dsp:cNvSpPr/>
      </dsp:nvSpPr>
      <dsp:spPr>
        <a:xfrm>
          <a:off x="3584482" y="2917534"/>
          <a:ext cx="1535106" cy="1318157"/>
        </a:xfrm>
        <a:prstGeom prst="hexagon">
          <a:avLst>
            <a:gd name="adj" fmla="val 25000"/>
            <a:gd name="vf" fmla="val 115470"/>
          </a:avLst>
        </a:prstGeom>
        <a:solidFill>
          <a:srgbClr val="63B41E"/>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21590" rIns="0" bIns="21590" numCol="1" spcCol="1270" anchor="ctr" anchorCtr="0">
          <a:noAutofit/>
        </a:bodyPr>
        <a:lstStyle/>
        <a:p>
          <a:pPr marL="0" lvl="0" indent="0" algn="ctr" defTabSz="755650" rtl="0">
            <a:lnSpc>
              <a:spcPct val="90000"/>
            </a:lnSpc>
            <a:spcBef>
              <a:spcPct val="0"/>
            </a:spcBef>
            <a:spcAft>
              <a:spcPct val="35000"/>
            </a:spcAft>
            <a:buNone/>
          </a:pPr>
          <a:r>
            <a:rPr sz="1700" kern="1200" dirty="0">
              <a:latin typeface="微软雅黑" panose="020B0503020204020204" pitchFamily="34" charset="-122"/>
              <a:ea typeface="微软雅黑" panose="020B0503020204020204" pitchFamily="34" charset="-122"/>
            </a:rPr>
            <a:t>360</a:t>
          </a:r>
          <a:endParaRPr lang="zh-CN" sz="1700" kern="1200" dirty="0">
            <a:latin typeface="微软雅黑" panose="020B0503020204020204" pitchFamily="34" charset="-122"/>
            <a:ea typeface="微软雅黑" panose="020B0503020204020204" pitchFamily="34" charset="-122"/>
          </a:endParaRPr>
        </a:p>
      </dsp:txBody>
      <dsp:txXfrm>
        <a:off x="3822254" y="3121703"/>
        <a:ext cx="1059562" cy="909819"/>
      </dsp:txXfrm>
    </dsp:sp>
    <dsp:sp modelId="{FD854EDF-5CF7-45EE-82CC-B59A4D7FF6EE}">
      <dsp:nvSpPr>
        <dsp:cNvPr id="0" name=""/>
        <dsp:cNvSpPr/>
      </dsp:nvSpPr>
      <dsp:spPr>
        <a:xfrm>
          <a:off x="3628435" y="3501836"/>
          <a:ext cx="179068" cy="154521"/>
        </a:xfrm>
        <a:prstGeom prst="hexagon">
          <a:avLst>
            <a:gd name="adj" fmla="val 25000"/>
            <a:gd name="vf" fmla="val 115470"/>
          </a:avLst>
        </a:prstGeom>
        <a:solidFill>
          <a:schemeClr val="lt1">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3D0A9BA3-7E7E-4B25-A77D-1CCDD859099B}">
      <dsp:nvSpPr>
        <dsp:cNvPr id="0" name=""/>
        <dsp:cNvSpPr/>
      </dsp:nvSpPr>
      <dsp:spPr>
        <a:xfrm>
          <a:off x="2264257" y="3650395"/>
          <a:ext cx="1535106" cy="1318157"/>
        </a:xfrm>
        <a:prstGeom prst="hexagon">
          <a:avLst>
            <a:gd name="adj" fmla="val 25000"/>
            <a:gd name="vf" fmla="val 115470"/>
          </a:avLst>
        </a:prstGeom>
        <a:blipFill>
          <a:blip xmlns:r="http://schemas.openxmlformats.org/officeDocument/2006/relationships" r:embed="rId7">
            <a:extLst>
              <a:ext uri="{28A0092B-C50C-407E-A947-70E740481C1C}">
                <a14:useLocalDpi xmlns:a14="http://schemas.microsoft.com/office/drawing/2010/main" val="0"/>
              </a:ext>
            </a:extLst>
          </a:blip>
          <a:srcRect/>
          <a:stretch>
            <a:fillRect t="-16000" b="-16000"/>
          </a:stretch>
        </a:blip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C9F45705-F3A9-4665-8040-E4184A80D0F9}">
      <dsp:nvSpPr>
        <dsp:cNvPr id="0" name=""/>
        <dsp:cNvSpPr/>
      </dsp:nvSpPr>
      <dsp:spPr>
        <a:xfrm>
          <a:off x="3308553" y="3668779"/>
          <a:ext cx="179068" cy="154521"/>
        </a:xfrm>
        <a:prstGeom prst="hexagon">
          <a:avLst>
            <a:gd name="adj" fmla="val 25000"/>
            <a:gd name="vf" fmla="val 115470"/>
          </a:avLst>
        </a:prstGeom>
        <a:no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exagonCluster">
  <dgm:title val=""/>
  <dgm:desc val=""/>
  <dgm:catLst>
    <dgm:cat type="picture" pri="21000"/>
    <dgm:cat type="relationship" pri="3200"/>
    <dgm:cat type="pictureconvert" pri="21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tyleData>
  <dgm:clr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clrData>
  <dgm:layoutNode name="Name0">
    <dgm:varLst>
      <dgm:chMax val="21"/>
      <dgm:chPref val="21"/>
    </dgm:varLst>
    <dgm:shape xmlns:r="http://schemas.openxmlformats.org/officeDocument/2006/relationships" r:blip="">
      <dgm:adjLst/>
    </dgm:shape>
    <dgm:choose name="Name1">
      <dgm:if name="Name2" axis="ch" ptType="node" func="cnt" op="equ" val="1">
        <dgm:alg type="composite">
          <dgm:param type="ar" val="1.3871"/>
        </dgm:alg>
        <dgm:constrLst>
          <dgm:constr type="primFontSz" for="des" ptType="node" op="equ" val="65"/>
          <dgm:constr type="l" for="ch" forName="text1" refType="w" fact="0.4525"/>
          <dgm:constr type="t" for="ch" forName="text1" refType="h" fact="0.346"/>
          <dgm:constr type="w" for="ch" forName="text1" refType="w" fact="0.5475"/>
          <dgm:constr type="h" for="ch" forName="text1" refType="h" fact="0.654"/>
          <dgm:constr type="l" for="ch" forName="textaccent1" refType="w" fact="0.4652"/>
          <dgm:constr type="t" for="ch" forName="textaccent1" refType="h" fact="0.6348"/>
          <dgm:constr type="w" for="ch" forName="textaccent1" refType="w" fact="0.0639"/>
          <dgm:constr type="h" for="ch" forName="textaccent1" refType="h" fact="0.0765"/>
          <dgm:constr type="l" for="ch" forName="image1" refType="w" fact="0"/>
          <dgm:constr type="t" for="ch" forName="image1" refType="h" fact="0"/>
          <dgm:constr type="w" for="ch" forName="image1" refType="w" fact="0.5468"/>
          <dgm:constr type="h" for="ch" forName="image1" refType="h" fact="0.6538"/>
          <dgm:constr type="l" for="ch" forName="imageaccent1" refType="w" fact="0.3702"/>
          <dgm:constr type="t" for="ch" forName="imageaccent1" refType="h" fact="0.5633"/>
          <dgm:constr type="w" for="ch" forName="imageaccent1" refType="w" fact="0.0639"/>
          <dgm:constr type="h" for="ch" forName="imageaccent1" refType="h" fact="0.0765"/>
        </dgm:constrLst>
      </dgm:if>
      <dgm:if name="Name3" axis="ch" ptType="node" func="cnt" op="equ" val="2">
        <dgm:alg type="composite">
          <dgm:param type="ar" val="2.6443"/>
        </dgm:alg>
        <dgm:constrLst>
          <dgm:constr type="primFontSz" for="des" ptType="node" op="equ" val="65"/>
          <dgm:constr type="l" for="ch" forName="text1" refType="w" fact="0.2383"/>
          <dgm:constr type="t" for="ch" forName="text1" refType="h" fact="0.3501"/>
          <dgm:constr type="w" for="ch" forName="text1" refType="w" fact="0.285"/>
          <dgm:constr type="h" for="ch" forName="text1" refType="h" fact="0.6499"/>
          <dgm:constr type="l" for="ch" forName="textaccent1" refType="w" fact="0.2472"/>
          <dgm:constr type="t" for="ch" forName="textaccent1" refType="h" fact="0.6371"/>
          <dgm:constr type="w" for="ch" forName="textaccent1" refType="w" fact="0.0333"/>
          <dgm:constr type="h" for="ch" forName="textaccent1" refType="h" fact="0.076"/>
          <dgm:constr type="l" for="ch" forName="image1" refType="w" fact="0"/>
          <dgm:constr type="t" for="ch" forName="image1" refType="h" fact="0"/>
          <dgm:constr type="w" for="ch" forName="image1" refType="w" fact="0.285"/>
          <dgm:constr type="h" for="ch" forName="image1" refType="h" fact="0.6499"/>
          <dgm:constr type="l" for="ch" forName="imageaccent1" refType="w" fact="0.1942"/>
          <dgm:constr type="t" for="ch" forName="imageaccent1" refType="h" fact="0.5602"/>
          <dgm:constr type="w" for="ch" forName="imageaccent1" refType="w" fact="0.0333"/>
          <dgm:constr type="h" for="ch" forName="imageaccent1" refType="h" fact="0.076"/>
          <dgm:constr type="l" for="ch" forName="text2" refType="w" fact="0.4767"/>
          <dgm:constr type="t" for="ch" forName="text2" refType="h" fact="0"/>
          <dgm:constr type="w" for="ch" forName="text2" refType="w" fact="0.285"/>
          <dgm:constr type="h" for="ch" forName="text2" refType="h" fact="0.6499"/>
          <dgm:constr type="l" for="ch" forName="textaccent2" refType="w" fact="0.6709"/>
          <dgm:constr type="t" for="ch" forName="textaccent2" refType="h" fact="0.5602"/>
          <dgm:constr type="w" for="ch" forName="textaccent2" refType="w" fact="0.0333"/>
          <dgm:constr type="h" for="ch" forName="textaccent2" refType="h" fact="0.076"/>
          <dgm:constr type="l" for="ch" forName="image2" refType="w" fact="0.715"/>
          <dgm:constr type="t" for="ch" forName="image2" refType="h" fact="0.3501"/>
          <dgm:constr type="w" for="ch" forName="image2" refType="w" fact="0.285"/>
          <dgm:constr type="h" for="ch" forName="image2" refType="h" fact="0.6499"/>
          <dgm:constr type="l" for="ch" forName="imageaccent2" refType="w" fact="0.7239"/>
          <dgm:constr type="t" for="ch" forName="imageaccent2" refType="h" fact="0.6371"/>
          <dgm:constr type="w" for="ch" forName="imageaccent2" refType="w" fact="0.0333"/>
          <dgm:constr type="h" for="ch" forName="imageaccent2" refType="h" fact="0.076"/>
        </dgm:constrLst>
      </dgm:if>
      <dgm:if name="Name4" axis="ch" ptType="node" func="cnt" op="equ" val="3">
        <dgm:alg type="composite">
          <dgm:param type="ar" val="1.5623"/>
        </dgm:alg>
        <dgm:constrLst>
          <dgm:constr type="primFontSz" for="des" ptType="node" op="equ" val="65"/>
          <dgm:constr type="l" for="ch" forName="text1" refType="w" fact="0.2402"/>
          <dgm:constr type="t" for="ch" forName="text1" refType="h" fact="0.6215"/>
          <dgm:constr type="w" for="ch" forName="text1" refType="w" fact="0.281"/>
          <dgm:constr type="h" for="ch" forName="text1" refType="h" fact="0.3785"/>
          <dgm:constr type="l" for="ch" forName="textaccent1" refType="w" fact="0.2475"/>
          <dgm:constr type="t" for="ch" forName="textaccent1" refType="h" fact="0.7886"/>
          <dgm:constr type="w" for="ch" forName="textaccent1" refType="w" fact="0.0329"/>
          <dgm:constr type="h" for="ch" forName="textaccent1" refType="h" fact="0.0443"/>
          <dgm:constr type="l" for="ch" forName="image1" refType="w" fact="0"/>
          <dgm:constr type="t" for="ch" forName="image1" refType="h" fact="0.4182"/>
          <dgm:constr type="w" for="ch" forName="image1" refType="w" fact="0.281"/>
          <dgm:constr type="h" for="ch" forName="image1" refType="h" fact="0.3785"/>
          <dgm:constr type="l" for="ch" forName="imageaccent1" refType="w" fact="0.1913"/>
          <dgm:constr type="t" for="ch" forName="imageaccent1" refType="h" fact="0.7467"/>
          <dgm:constr type="w" for="ch" forName="imageaccent1" refType="w" fact="0.0329"/>
          <dgm:constr type="h" for="ch" forName="imageaccent1" refType="h" fact="0.0443"/>
          <dgm:constr type="l" for="ch" forName="text2" refType="w" fact="0.4796"/>
          <dgm:constr type="t" for="ch" forName="text2" refType="h" fact="0.4137"/>
          <dgm:constr type="w" for="ch" forName="text2" refType="w" fact="0.281"/>
          <dgm:constr type="h" for="ch" forName="text2" refType="h" fact="0.3785"/>
          <dgm:constr type="l" for="ch" forName="textaccent2" refType="w" fact="0.6717"/>
          <dgm:constr type="t" for="ch" forName="textaccent2" refType="h" fact="0.7418"/>
          <dgm:constr type="w" for="ch" forName="textaccent2" refType="w" fact="0.0329"/>
          <dgm:constr type="h" for="ch" forName="textaccent2" refType="h" fact="0.0443"/>
          <dgm:constr type="l" for="ch" forName="image2" refType="w" fact="0.719"/>
          <dgm:constr type="t" for="ch" forName="image2" refType="h" fact="0.6215"/>
          <dgm:constr type="w" for="ch" forName="image2" refType="w" fact="0.281"/>
          <dgm:constr type="h" for="ch" forName="image2" refType="h" fact="0.3785"/>
          <dgm:constr type="l" for="ch" forName="imageaccent2" refType="w" fact="0.7263"/>
          <dgm:constr type="t" for="ch" forName="imageaccent2" refType="h" fact="0.7886"/>
          <dgm:constr type="w" for="ch" forName="imageaccent2" refType="w" fact="0.0329"/>
          <dgm:constr type="h" for="ch" forName="imageaccent2" refType="h" fact="0.0443"/>
          <dgm:constr type="l" for="ch" forName="text3" refType="w" fact="0.2402"/>
          <dgm:constr type="t" for="ch" forName="text3" refType="h" fact="0.2068"/>
          <dgm:constr type="w" for="ch" forName="text3" refType="w" fact="0.281"/>
          <dgm:constr type="h" for="ch" forName="text3" refType="h" fact="0.3785"/>
          <dgm:constr type="l" for="ch" forName="textaccent3" refType="w" fact="0.4307"/>
          <dgm:constr type="t" for="ch" forName="textaccent3" refType="h" fact="0.215"/>
          <dgm:constr type="w" for="ch" forName="textaccent3" refType="w" fact="0.0329"/>
          <dgm:constr type="h" for="ch" forName="textaccent3" refType="h" fact="0.0443"/>
          <dgm:constr type="l" for="ch" forName="image3" refType="w" fact="0.4796"/>
          <dgm:constr type="t" for="ch" forName="image3" refType="h" fact="0"/>
          <dgm:constr type="w" for="ch" forName="image3" refType="w" fact="0.281"/>
          <dgm:constr type="h" for="ch" forName="image3" refType="h" fact="0.3785"/>
          <dgm:constr type="l" for="ch" forName="imageaccent3" refType="w" fact="0.4879"/>
          <dgm:constr type="t" for="ch" forName="imageaccent3" refType="h" fact="0.1662"/>
          <dgm:constr type="w" for="ch" forName="imageaccent3" refType="w" fact="0.0329"/>
          <dgm:constr type="h" for="ch" forName="imageaccent3" refType="h" fact="0.0443"/>
        </dgm:constrLst>
      </dgm:if>
      <dgm:if name="Name5" axis="ch" ptType="node" func="cnt" op="equ" val="4">
        <dgm:alg type="composite">
          <dgm:param type="ar" val="1.943"/>
        </dgm:alg>
        <dgm:constrLst>
          <dgm:constr type="primFontSz" for="des" ptType="node" op="equ" val="65"/>
          <dgm:constr type="l" for="ch" forName="image2" refType="w" fact="0.5787"/>
          <dgm:constr type="t" for="ch" forName="image2" refType="h" fact="0.6208"/>
          <dgm:constr type="w" for="ch" forName="image2" refType="w" fact="0.227"/>
          <dgm:constr type="h" for="ch" forName="image2" refType="h" fact="0.3786"/>
          <dgm:constr type="l" for="ch" forName="text4" refType="w" fact="0.5787"/>
          <dgm:constr type="t" for="ch" forName="text4" refType="h" fact="0.2081"/>
          <dgm:constr type="w" for="ch" forName="text4" refType="w" fact="0.227"/>
          <dgm:constr type="h" for="ch" forName="text4" refType="h" fact="0.3786"/>
          <dgm:constr type="l" for="ch" forName="text2" refType="w" fact="0.3852"/>
          <dgm:constr type="t" for="ch" forName="text2" refType="h" fact="0.4127"/>
          <dgm:constr type="w" for="ch" forName="text2" refType="w" fact="0.227"/>
          <dgm:constr type="h" for="ch" forName="text2" refType="h" fact="0.3786"/>
          <dgm:constr type="l" for="ch" forName="image3" refType="w" fact="0.3852"/>
          <dgm:constr type="t" for="ch" forName="image3" refType="h" fact="0"/>
          <dgm:constr type="w" for="ch" forName="image3" refType="w" fact="0.227"/>
          <dgm:constr type="h" for="ch" forName="image3" refType="h" fact="0.3786"/>
          <dgm:constr type="l" for="ch" forName="text1" refType="w" fact="0.1927"/>
          <dgm:constr type="t" for="ch" forName="text1" refType="h" fact="0.6214"/>
          <dgm:constr type="w" for="ch" forName="text1" refType="w" fact="0.227"/>
          <dgm:constr type="h" for="ch" forName="text1" refType="h" fact="0.3786"/>
          <dgm:constr type="l" for="ch" forName="textaccent1" refType="w" fact="0.1998"/>
          <dgm:constr type="t" for="ch" forName="textaccent1" refType="h" fact="0.7887"/>
          <dgm:constr type="w" for="ch" forName="textaccent1" refType="w" fact="0.0265"/>
          <dgm:constr type="h" for="ch" forName="textaccent1" refType="h" fact="0.0444"/>
          <dgm:constr type="l" for="ch" forName="image1" refType="w" fact="0"/>
          <dgm:constr type="t" for="ch" forName="image1" refType="h" fact="0.4156"/>
          <dgm:constr type="w" for="ch" forName="image1" refType="w" fact="0.227"/>
          <dgm:constr type="h" for="ch" forName="image1" refType="h" fact="0.3786"/>
          <dgm:constr type="l" for="ch" forName="imageaccent1" refType="w" fact="0.1537"/>
          <dgm:constr type="t" for="ch" forName="imageaccent1" refType="h" fact="0.7417"/>
          <dgm:constr type="w" for="ch" forName="imageaccent1" refType="w" fact="0.0265"/>
          <dgm:constr type="h" for="ch" forName="imageaccent1" refType="h" fact="0.0444"/>
          <dgm:constr type="l" for="ch" forName="textaccent2" refType="w" fact="0.5407"/>
          <dgm:constr type="t" for="ch" forName="textaccent2" refType="h" fact="0.7384"/>
          <dgm:constr type="w" for="ch" forName="textaccent2" refType="w" fact="0.0265"/>
          <dgm:constr type="h" for="ch" forName="textaccent2" refType="h" fact="0.0444"/>
          <dgm:constr type="l" for="ch" forName="imageaccent2" refType="w" fact="0.5839"/>
          <dgm:constr type="t" for="ch" forName="imageaccent2" refType="h" fact="0.7904"/>
          <dgm:constr type="w" for="ch" forName="imageaccent2" refType="w" fact="0.0265"/>
          <dgm:constr type="h" for="ch" forName="imageaccent2" refType="h" fact="0.0444"/>
          <dgm:constr type="l" for="ch" forName="text3" refType="w" fact="0.1927"/>
          <dgm:constr type="t" for="ch" forName="text3" refType="h" fact="0.2087"/>
          <dgm:constr type="w" for="ch" forName="text3" refType="w" fact="0.227"/>
          <dgm:constr type="h" for="ch" forName="text3" refType="h" fact="0.3786"/>
          <dgm:constr type="l" for="ch" forName="textaccent3" refType="w" fact="0.3472"/>
          <dgm:constr type="t" for="ch" forName="textaccent3" refType="h" fact="0.2165"/>
          <dgm:constr type="w" for="ch" forName="textaccent3" refType="w" fact="0.0265"/>
          <dgm:constr type="h" for="ch" forName="textaccent3" refType="h" fact="0.0444"/>
          <dgm:constr type="l" for="ch" forName="imageaccent3" refType="w" fact="0.3904"/>
          <dgm:constr type="t" for="ch" forName="imageaccent3" refType="h" fact="0.1678"/>
          <dgm:constr type="w" for="ch" forName="imageaccent3" refType="w" fact="0.0265"/>
          <dgm:constr type="h" for="ch" forName="imageaccent3" refType="h" fact="0.0444"/>
          <dgm:constr type="l" for="ch" forName="textaccent4" refType="w" fact="0.7739"/>
          <dgm:constr type="t" for="ch" forName="textaccent4" refType="h" fact="0.3752"/>
          <dgm:constr type="w" for="ch" forName="textaccent4" refType="w" fact="0.0265"/>
          <dgm:constr type="h" for="ch" forName="textaccent4" refType="h" fact="0.0444"/>
          <dgm:constr type="l" for="ch" forName="image4" refType="w" fact="0.773"/>
          <dgm:constr type="t" for="ch" forName="image4" refType="h" fact="0.4162"/>
          <dgm:constr type="w" for="ch" forName="image4" refType="w" fact="0.227"/>
          <dgm:constr type="h" for="ch" forName="image4" refType="h" fact="0.3786"/>
          <dgm:constr type="l" for="ch" forName="imageaccent4" refType="w" fact="0.8188"/>
          <dgm:constr type="t" for="ch" forName="imageaccent4" refType="h" fact="0.4229"/>
          <dgm:constr type="w" for="ch" forName="imageaccent4" refType="w" fact="0.0265"/>
          <dgm:constr type="h" for="ch" forName="imageaccent4" refType="h" fact="0.0444"/>
        </dgm:constrLst>
      </dgm:if>
      <dgm:if name="Name6" axis="ch" ptType="node" func="cnt" op="equ" val="5">
        <dgm:alg type="composite">
          <dgm:param type="ar" val="2.3203"/>
        </dgm:alg>
        <dgm:constrLst>
          <dgm:constr type="primFontSz" for="des" ptType="node" op="equ" val="65"/>
          <dgm:constr type="l" for="ch" forName="image4" refType="w" fact="0.6491"/>
          <dgm:constr type="t" for="ch" forName="image4" refType="h" fact="0.4193"/>
          <dgm:constr type="w" for="ch" forName="image4" refType="w" fact="0.1886"/>
          <dgm:constr type="h" for="ch" forName="image4" refType="h" fact="0.3757"/>
          <dgm:constr type="l" for="ch" forName="text5" refType="w" fact="0.6491"/>
          <dgm:constr type="t" for="ch" forName="text5" refType="h" fact="0.004"/>
          <dgm:constr type="w" for="ch" forName="text5" refType="w" fact="0.1886"/>
          <dgm:constr type="h" for="ch" forName="text5" refType="h" fact="0.3757"/>
          <dgm:constr type="l" for="ch" forName="image5" refType="w" fact="0.8114"/>
          <dgm:constr type="t" for="ch" forName="image5" refType="h" fact="0.2136"/>
          <dgm:constr type="w" for="ch" forName="image5" refType="w" fact="0.1886"/>
          <dgm:constr type="h" for="ch" forName="image5" refType="h" fact="0.3757"/>
          <dgm:constr type="l" for="ch" forName="image2" refType="w" fact="0.4868"/>
          <dgm:constr type="t" for="ch" forName="image2" refType="h" fact="0.6235"/>
          <dgm:constr type="w" for="ch" forName="image2" refType="w" fact="0.1886"/>
          <dgm:constr type="h" for="ch" forName="image2" refType="h" fact="0.3757"/>
          <dgm:constr type="l" for="ch" forName="text4" refType="w" fact="0.4868"/>
          <dgm:constr type="t" for="ch" forName="text4" refType="h" fact="0.2081"/>
          <dgm:constr type="w" for="ch" forName="text4" refType="w" fact="0.1886"/>
          <dgm:constr type="h" for="ch" forName="text4" refType="h" fact="0.3757"/>
          <dgm:constr type="l" for="ch" forName="text2" refType="w" fact="0.3246"/>
          <dgm:constr type="t" for="ch" forName="text2" refType="h" fact="0.4154"/>
          <dgm:constr type="w" for="ch" forName="text2" refType="w" fact="0.1886"/>
          <dgm:constr type="h" for="ch" forName="text2" refType="h" fact="0.3757"/>
          <dgm:constr type="l" for="ch" forName="image3" refType="w" fact="0.3246"/>
          <dgm:constr type="t" for="ch" forName="image3" refType="h" fact="0"/>
          <dgm:constr type="w" for="ch" forName="image3" refType="w" fact="0.1886"/>
          <dgm:constr type="h" for="ch" forName="image3" refType="h" fact="0.3757"/>
          <dgm:constr type="l" for="ch" forName="text1" refType="w" fact="0.1623"/>
          <dgm:constr type="t" for="ch" forName="text1" refType="h" fact="0.6243"/>
          <dgm:constr type="w" for="ch" forName="text1" refType="w" fact="0.1886"/>
          <dgm:constr type="h" for="ch" forName="text1" refType="h" fact="0.3757"/>
          <dgm:constr type="l" for="ch" forName="text3" refType="w" fact="0.1623"/>
          <dgm:constr type="t" for="ch" forName="text3" refType="h" fact="0.2089"/>
          <dgm:constr type="w" for="ch" forName="text3" refType="w" fact="0.1886"/>
          <dgm:constr type="h" for="ch" forName="text3" refType="h" fact="0.3757"/>
          <dgm:constr type="l" for="ch" forName="textaccent1" refType="w" fact="0.1668"/>
          <dgm:constr type="t" for="ch" forName="textaccent1" refType="h" fact="0.7923"/>
          <dgm:constr type="w" for="ch" forName="textaccent1" refType="w" fact="0.022"/>
          <dgm:constr type="h" for="ch" forName="textaccent1" refType="h" fact="0.044"/>
          <dgm:constr type="l" for="ch" forName="image1" refType="w" fact="0"/>
          <dgm:constr type="t" for="ch" forName="image1" refType="h" fact="0.4166"/>
          <dgm:constr type="w" for="ch" forName="image1" refType="w" fact="0.1886"/>
          <dgm:constr type="h" for="ch" forName="image1" refType="h" fact="0.3757"/>
          <dgm:constr type="l" for="ch" forName="imageaccent1" refType="w" fact="0.1292"/>
          <dgm:constr type="t" for="ch" forName="imageaccent1" refType="h" fact="0.7424"/>
          <dgm:constr type="w" for="ch" forName="imageaccent1" refType="w" fact="0.022"/>
          <dgm:constr type="h" for="ch" forName="imageaccent1" refType="h" fact="0.044"/>
          <dgm:constr type="l" for="ch" forName="textaccent2" refType="w" fact="0.4544"/>
          <dgm:constr type="t" for="ch" forName="textaccent2" refType="h" fact="0.7404"/>
          <dgm:constr type="w" for="ch" forName="textaccent2" refType="w" fact="0.022"/>
          <dgm:constr type="h" for="ch" forName="textaccent2" refType="h" fact="0.044"/>
          <dgm:constr type="l" for="ch" forName="imageaccent2" refType="w" fact="0.4914"/>
          <dgm:constr type="t" for="ch" forName="imageaccent2" refType="h" fact="0.7907"/>
          <dgm:constr type="w" for="ch" forName="imageaccent2" refType="w" fact="0.022"/>
          <dgm:constr type="h" for="ch" forName="imageaccent2" refType="h" fact="0.044"/>
          <dgm:constr type="l" for="ch" forName="textaccent3" refType="w" fact="0.2915"/>
          <dgm:constr type="t" for="ch" forName="textaccent3" refType="h" fact="0.216"/>
          <dgm:constr type="w" for="ch" forName="textaccent3" refType="w" fact="0.022"/>
          <dgm:constr type="h" for="ch" forName="textaccent3" refType="h" fact="0.044"/>
          <dgm:constr type="l" for="ch" forName="imageaccent3" refType="w" fact="0.3299"/>
          <dgm:constr type="t" for="ch" forName="imageaccent3" refType="h" fact="0.1665"/>
          <dgm:constr type="w" for="ch" forName="imageaccent3" refType="w" fact="0.022"/>
          <dgm:constr type="h" for="ch" forName="imageaccent3" refType="h" fact="0.044"/>
          <dgm:constr type="l" for="ch" forName="textaccent4" refType="w" fact="0.65"/>
          <dgm:constr type="t" for="ch" forName="textaccent4" refType="h" fact="0.3746"/>
          <dgm:constr type="w" for="ch" forName="textaccent4" refType="w" fact="0.022"/>
          <dgm:constr type="h" for="ch" forName="textaccent4" refType="h" fact="0.044"/>
          <dgm:constr type="l" for="ch" forName="imageaccent4" refType="w" fact="0.6859"/>
          <dgm:constr type="t" for="ch" forName="imageaccent4" refType="h" fact="0.4261"/>
          <dgm:constr type="w" for="ch" forName="imageaccent4" refType="w" fact="0.022"/>
          <dgm:constr type="h" for="ch" forName="imageaccent4" refType="h" fact="0.044"/>
          <dgm:constr type="l" for="ch" forName="textaccent5" refType="w" fact="0.8123"/>
          <dgm:constr type="t" for="ch" forName="textaccent5" refType="h" fact="0.1724"/>
          <dgm:constr type="w" for="ch" forName="textaccent5" refType="w" fact="0.022"/>
          <dgm:constr type="h" for="ch" forName="textaccent5" refType="h" fact="0.044"/>
          <dgm:constr type="l" for="ch" forName="imageaccent5" refType="w" fact="0.849"/>
          <dgm:constr type="t" for="ch" forName="imageaccent5" refType="h" fact="0.222"/>
          <dgm:constr type="w" for="ch" forName="imageaccent5" refType="w" fact="0.022"/>
          <dgm:constr type="h" for="ch" forName="imageaccent5" refType="h" fact="0.044"/>
        </dgm:constrLst>
      </dgm:if>
      <dgm:if name="Name7" axis="ch" ptType="node" func="cnt" op="equ" val="6">
        <dgm:alg type="composite">
          <dgm:param type="ar" val="1.9179"/>
        </dgm:alg>
        <dgm:constrLst>
          <dgm:constr type="primFontSz" for="des" ptType="node" op="equ" val="65"/>
          <dgm:constr type="l" for="ch" forName="image4" refType="w" fact="0.6491"/>
          <dgm:constr type="t" for="ch" forName="image4" refType="h" fact="0.3466"/>
          <dgm:constr type="w" for="ch" forName="image4" refType="w" fact="0.1886"/>
          <dgm:constr type="h" for="ch" forName="image4" refType="h" fact="0.3106"/>
          <dgm:constr type="l" for="ch" forName="text5" refType="w" fact="0.6491"/>
          <dgm:constr type="t" for="ch" forName="text5" refType="h" fact="0.0033"/>
          <dgm:constr type="w" for="ch" forName="text5" refType="w" fact="0.1886"/>
          <dgm:constr type="h" for="ch" forName="text5" refType="h" fact="0.3106"/>
          <dgm:constr type="l" for="ch" forName="image5" refType="w" fact="0.8114"/>
          <dgm:constr type="t" for="ch" forName="image5" refType="h" fact="0.1766"/>
          <dgm:constr type="w" for="ch" forName="image5" refType="w" fact="0.1886"/>
          <dgm:constr type="h" for="ch" forName="image5" refType="h" fact="0.3106"/>
          <dgm:constr type="l" for="ch" forName="image2" refType="w" fact="0.4868"/>
          <dgm:constr type="t" for="ch" forName="image2" refType="h" fact="0.5154"/>
          <dgm:constr type="w" for="ch" forName="image2" refType="w" fact="0.1886"/>
          <dgm:constr type="h" for="ch" forName="image2" refType="h" fact="0.3106"/>
          <dgm:constr type="l" for="ch" forName="text4" refType="w" fact="0.4868"/>
          <dgm:constr type="t" for="ch" forName="text4" refType="h" fact="0.172"/>
          <dgm:constr type="w" for="ch" forName="text4" refType="w" fact="0.1886"/>
          <dgm:constr type="h" for="ch" forName="text4" refType="h" fact="0.3106"/>
          <dgm:constr type="l" for="ch" forName="text2" refType="w" fact="0.3246"/>
          <dgm:constr type="t" for="ch" forName="text2" refType="h" fact="0.3434"/>
          <dgm:constr type="w" for="ch" forName="text2" refType="w" fact="0.1886"/>
          <dgm:constr type="h" for="ch" forName="text2" refType="h" fact="0.3106"/>
          <dgm:constr type="l" for="ch" forName="image3" refType="w" fact="0.3246"/>
          <dgm:constr type="t" for="ch" forName="image3" refType="h" fact="0"/>
          <dgm:constr type="w" for="ch" forName="image3" refType="w" fact="0.1886"/>
          <dgm:constr type="h" for="ch" forName="image3" refType="h" fact="0.3106"/>
          <dgm:constr type="l" for="ch" forName="text1" refType="w" fact="0.1623"/>
          <dgm:constr type="t" for="ch" forName="text1" refType="h" fact="0.516"/>
          <dgm:constr type="w" for="ch" forName="text1" refType="w" fact="0.1886"/>
          <dgm:constr type="h" for="ch" forName="text1" refType="h" fact="0.3106"/>
          <dgm:constr type="l" for="ch" forName="text3" refType="w" fact="0.1623"/>
          <dgm:constr type="t" for="ch" forName="text3" refType="h" fact="0.1727"/>
          <dgm:constr type="w" for="ch" forName="text3" refType="w" fact="0.1886"/>
          <dgm:constr type="h" for="ch" forName="text3" refType="h" fact="0.3106"/>
          <dgm:constr type="l" for="ch" forName="textaccent1" refType="w" fact="0.1668"/>
          <dgm:constr type="t" for="ch" forName="textaccent1" refType="h" fact="0.6549"/>
          <dgm:constr type="w" for="ch" forName="textaccent1" refType="w" fact="0.022"/>
          <dgm:constr type="h" for="ch" forName="textaccent1" refType="h" fact="0.0364"/>
          <dgm:constr type="l" for="ch" forName="image1" refType="w" fact="0"/>
          <dgm:constr type="t" for="ch" forName="image1" refType="h" fact="0.3443"/>
          <dgm:constr type="w" for="ch" forName="image1" refType="w" fact="0.1886"/>
          <dgm:constr type="h" for="ch" forName="image1" refType="h" fact="0.3106"/>
          <dgm:constr type="l" for="ch" forName="imageaccent1" refType="w" fact="0.1292"/>
          <dgm:constr type="t" for="ch" forName="imageaccent1" refType="h" fact="0.6137"/>
          <dgm:constr type="w" for="ch" forName="imageaccent1" refType="w" fact="0.022"/>
          <dgm:constr type="h" for="ch" forName="imageaccent1" refType="h" fact="0.0364"/>
          <dgm:constr type="l" for="ch" forName="textaccent2" refType="w" fact="0.4544"/>
          <dgm:constr type="t" for="ch" forName="textaccent2" refType="h" fact="0.612"/>
          <dgm:constr type="w" for="ch" forName="textaccent2" refType="w" fact="0.022"/>
          <dgm:constr type="h" for="ch" forName="textaccent2" refType="h" fact="0.0364"/>
          <dgm:constr type="l" for="ch" forName="imageaccent2" refType="w" fact="0.4914"/>
          <dgm:constr type="t" for="ch" forName="imageaccent2" refType="h" fact="0.6536"/>
          <dgm:constr type="w" for="ch" forName="imageaccent2" refType="w" fact="0.022"/>
          <dgm:constr type="h" for="ch" forName="imageaccent2" refType="h" fact="0.0364"/>
          <dgm:constr type="l" for="ch" forName="textaccent3" refType="w" fact="0.2915"/>
          <dgm:constr type="t" for="ch" forName="textaccent3" refType="h" fact="0.1786"/>
          <dgm:constr type="w" for="ch" forName="textaccent3" refType="w" fact="0.022"/>
          <dgm:constr type="h" for="ch" forName="textaccent3" refType="h" fact="0.0364"/>
          <dgm:constr type="l" for="ch" forName="imageaccent3" refType="w" fact="0.3299"/>
          <dgm:constr type="t" for="ch" forName="imageaccent3" refType="h" fact="0.1376"/>
          <dgm:constr type="w" for="ch" forName="imageaccent3" refType="w" fact="0.022"/>
          <dgm:constr type="h" for="ch" forName="imageaccent3" refType="h" fact="0.0364"/>
          <dgm:constr type="l" for="ch" forName="textaccent4" refType="w" fact="0.65"/>
          <dgm:constr type="t" for="ch" forName="textaccent4" refType="h" fact="0.3096"/>
          <dgm:constr type="w" for="ch" forName="textaccent4" refType="w" fact="0.022"/>
          <dgm:constr type="h" for="ch" forName="textaccent4" refType="h" fact="0.0364"/>
          <dgm:constr type="l" for="ch" forName="imageaccent4" refType="w" fact="0.6859"/>
          <dgm:constr type="t" for="ch" forName="imageaccent4" refType="h" fact="0.3522"/>
          <dgm:constr type="w" for="ch" forName="imageaccent4" refType="w" fact="0.022"/>
          <dgm:constr type="h" for="ch" forName="imageaccent4" refType="h" fact="0.0364"/>
          <dgm:constr type="l" for="ch" forName="textaccent5" refType="w" fact="0.8123"/>
          <dgm:constr type="t" for="ch" forName="textaccent5" refType="h" fact="0.1425"/>
          <dgm:constr type="w" for="ch" forName="textaccent5" refType="w" fact="0.022"/>
          <dgm:constr type="h" for="ch" forName="textaccent5" refType="h" fact="0.0364"/>
          <dgm:constr type="l" for="ch" forName="imageaccent5" refType="w" fact="0.849"/>
          <dgm:constr type="t" for="ch" forName="imageaccent5" refType="h" fact="0.1835"/>
          <dgm:constr type="w" for="ch" forName="imageaccent5" refType="w" fact="0.022"/>
          <dgm:constr type="h" for="ch" forName="imageaccent5" refType="h" fact="0.0364"/>
          <dgm:constr type="l" for="ch" forName="image6" refType="w" fact="0.6491"/>
          <dgm:constr type="t" for="ch" forName="image6" refType="h" fact="0.6894"/>
          <dgm:constr type="w" for="ch" forName="image6" refType="w" fact="0.1886"/>
          <dgm:constr type="h" for="ch" forName="image6" refType="h" fact="0.3106"/>
          <dgm:constr type="l" for="ch" forName="text6" refType="w" fact="0.8114"/>
          <dgm:constr type="t" for="ch" forName="text6" refType="h" fact="0.5194"/>
          <dgm:constr type="w" for="ch" forName="text6" refType="w" fact="0.1886"/>
          <dgm:constr type="h" for="ch" forName="text6" refType="h" fact="0.3106"/>
          <dgm:constr type="l" for="ch" forName="imageaccent6" refType="w" fact="0.8138"/>
          <dgm:constr type="t" for="ch" forName="imageaccent6" refType="h" fact="0.8257"/>
          <dgm:constr type="w" for="ch" forName="imageaccent6" refType="w" fact="0.022"/>
          <dgm:constr type="h" for="ch" forName="imageaccent6" refType="h" fact="0.0364"/>
          <dgm:constr type="l" for="ch" forName="textaccent6" refType="w" fact="0.8488"/>
          <dgm:constr type="t" for="ch" forName="textaccent6" refType="h" fact="0.7914"/>
          <dgm:constr type="w" for="ch" forName="textaccent6" refType="w" fact="0.022"/>
          <dgm:constr type="h" for="ch" forName="textaccent6" refType="h" fact="0.0364"/>
        </dgm:constrLst>
      </dgm:if>
      <dgm:if name="Name8" axis="ch" ptType="node" func="cnt" op="equ" val="7">
        <dgm:alg type="composite">
          <dgm:param type="ar" val="1.6382"/>
        </dgm:alg>
        <dgm:constrLst>
          <dgm:constr type="primFontSz" for="des" ptType="node" op="equ" val="65"/>
          <dgm:constr type="l" for="ch" forName="image4" refType="w" fact="0.6491"/>
          <dgm:constr type="t" for="ch" forName="image4" refType="h" fact="0.2961"/>
          <dgm:constr type="w" for="ch" forName="image4" refType="w" fact="0.1886"/>
          <dgm:constr type="h" for="ch" forName="image4" refType="h" fact="0.2653"/>
          <dgm:constr type="l" for="ch" forName="text5" refType="w" fact="0.6491"/>
          <dgm:constr type="t" for="ch" forName="text5" refType="h" fact="0.0028"/>
          <dgm:constr type="w" for="ch" forName="text5" refType="w" fact="0.1886"/>
          <dgm:constr type="h" for="ch" forName="text5" refType="h" fact="0.2653"/>
          <dgm:constr type="l" for="ch" forName="image5" refType="w" fact="0.8114"/>
          <dgm:constr type="t" for="ch" forName="image5" refType="h" fact="0.1508"/>
          <dgm:constr type="w" for="ch" forName="image5" refType="w" fact="0.1886"/>
          <dgm:constr type="h" for="ch" forName="image5" refType="h" fact="0.2653"/>
          <dgm:constr type="l" for="ch" forName="image2" refType="w" fact="0.4868"/>
          <dgm:constr type="t" for="ch" forName="image2" refType="h" fact="0.4402"/>
          <dgm:constr type="w" for="ch" forName="image2" refType="w" fact="0.1886"/>
          <dgm:constr type="h" for="ch" forName="image2" refType="h" fact="0.2653"/>
          <dgm:constr type="l" for="ch" forName="text4" refType="w" fact="0.4868"/>
          <dgm:constr type="t" for="ch" forName="text4" refType="h" fact="0.1469"/>
          <dgm:constr type="w" for="ch" forName="text4" refType="w" fact="0.1886"/>
          <dgm:constr type="h" for="ch" forName="text4" refType="h" fact="0.2653"/>
          <dgm:constr type="l" for="ch" forName="text2" refType="w" fact="0.3246"/>
          <dgm:constr type="t" for="ch" forName="text2" refType="h" fact="0.2933"/>
          <dgm:constr type="w" for="ch" forName="text2" refType="w" fact="0.1886"/>
          <dgm:constr type="h" for="ch" forName="text2" refType="h" fact="0.2653"/>
          <dgm:constr type="l" for="ch" forName="image3" refType="w" fact="0.3246"/>
          <dgm:constr type="t" for="ch" forName="image3" refType="h" fact="0"/>
          <dgm:constr type="w" for="ch" forName="image3" refType="w" fact="0.1886"/>
          <dgm:constr type="h" for="ch" forName="image3" refType="h" fact="0.2653"/>
          <dgm:constr type="l" for="ch" forName="text1" refType="w" fact="0.1623"/>
          <dgm:constr type="t" for="ch" forName="text1" refType="h" fact="0.4408"/>
          <dgm:constr type="w" for="ch" forName="text1" refType="w" fact="0.1886"/>
          <dgm:constr type="h" for="ch" forName="text1" refType="h" fact="0.2653"/>
          <dgm:constr type="l" for="ch" forName="text3" refType="w" fact="0.1623"/>
          <dgm:constr type="t" for="ch" forName="text3" refType="h" fact="0.1475"/>
          <dgm:constr type="w" for="ch" forName="text3" refType="w" fact="0.1886"/>
          <dgm:constr type="h" for="ch" forName="text3" refType="h" fact="0.2653"/>
          <dgm:constr type="l" for="ch" forName="textaccent1" refType="w" fact="0.1668"/>
          <dgm:constr type="t" for="ch" forName="textaccent1" refType="h" fact="0.5594"/>
          <dgm:constr type="w" for="ch" forName="textaccent1" refType="w" fact="0.022"/>
          <dgm:constr type="h" for="ch" forName="textaccent1" refType="h" fact="0.0311"/>
          <dgm:constr type="l" for="ch" forName="image1" refType="w" fact="0"/>
          <dgm:constr type="t" for="ch" forName="image1" refType="h" fact="0.2941"/>
          <dgm:constr type="w" for="ch" forName="image1" refType="w" fact="0.1886"/>
          <dgm:constr type="h" for="ch" forName="image1" refType="h" fact="0.2653"/>
          <dgm:constr type="l" for="ch" forName="imageaccent1" refType="w" fact="0.1292"/>
          <dgm:constr type="t" for="ch" forName="imageaccent1" refType="h" fact="0.5242"/>
          <dgm:constr type="w" for="ch" forName="imageaccent1" refType="w" fact="0.022"/>
          <dgm:constr type="h" for="ch" forName="imageaccent1" refType="h" fact="0.0311"/>
          <dgm:constr type="l" for="ch" forName="textaccent2" refType="w" fact="0.4544"/>
          <dgm:constr type="t" for="ch" forName="textaccent2" refType="h" fact="0.5228"/>
          <dgm:constr type="w" for="ch" forName="textaccent2" refType="w" fact="0.022"/>
          <dgm:constr type="h" for="ch" forName="textaccent2" refType="h" fact="0.0311"/>
          <dgm:constr type="l" for="ch" forName="imageaccent2" refType="w" fact="0.4914"/>
          <dgm:constr type="t" for="ch" forName="imageaccent2" refType="h" fact="0.5583"/>
          <dgm:constr type="w" for="ch" forName="imageaccent2" refType="w" fact="0.022"/>
          <dgm:constr type="h" for="ch" forName="imageaccent2" refType="h" fact="0.0311"/>
          <dgm:constr type="l" for="ch" forName="textaccent3" refType="w" fact="0.2907"/>
          <dgm:constr type="t" for="ch" forName="textaccent3" refType="h" fact="0.1511"/>
          <dgm:constr type="w" for="ch" forName="textaccent3" refType="w" fact="0.022"/>
          <dgm:constr type="h" for="ch" forName="textaccent3" refType="h" fact="0.0311"/>
          <dgm:constr type="l" for="ch" forName="imageaccent3" refType="w" fact="0.3299"/>
          <dgm:constr type="t" for="ch" forName="imageaccent3" refType="h" fact="0.1175"/>
          <dgm:constr type="w" for="ch" forName="imageaccent3" refType="w" fact="0.022"/>
          <dgm:constr type="h" for="ch" forName="imageaccent3" refType="h" fact="0.0311"/>
          <dgm:constr type="l" for="ch" forName="textaccent4" refType="w" fact="0.65"/>
          <dgm:constr type="t" for="ch" forName="textaccent4" refType="h" fact="0.2645"/>
          <dgm:constr type="w" for="ch" forName="textaccent4" refType="w" fact="0.022"/>
          <dgm:constr type="h" for="ch" forName="textaccent4" refType="h" fact="0.0311"/>
          <dgm:constr type="l" for="ch" forName="imageaccent4" refType="w" fact="0.6859"/>
          <dgm:constr type="t" for="ch" forName="imageaccent4" refType="h" fact="0.3008"/>
          <dgm:constr type="w" for="ch" forName="imageaccent4" refType="w" fact="0.022"/>
          <dgm:constr type="h" for="ch" forName="imageaccent4" refType="h" fact="0.0311"/>
          <dgm:constr type="l" for="ch" forName="textaccent5" refType="w" fact="0.8123"/>
          <dgm:constr type="t" for="ch" forName="textaccent5" refType="h" fact="0.1217"/>
          <dgm:constr type="w" for="ch" forName="textaccent5" refType="w" fact="0.022"/>
          <dgm:constr type="h" for="ch" forName="textaccent5" refType="h" fact="0.0311"/>
          <dgm:constr type="l" for="ch" forName="imageaccent5" refType="w" fact="0.849"/>
          <dgm:constr type="t" for="ch" forName="imageaccent5" refType="h" fact="0.1567"/>
          <dgm:constr type="w" for="ch" forName="imageaccent5" refType="w" fact="0.022"/>
          <dgm:constr type="h" for="ch" forName="imageaccent5" refType="h" fact="0.0311"/>
          <dgm:constr type="l" for="ch" forName="image6" refType="w" fact="0.6491"/>
          <dgm:constr type="t" for="ch" forName="image6" refType="h" fact="0.5889"/>
          <dgm:constr type="w" for="ch" forName="image6" refType="w" fact="0.1886"/>
          <dgm:constr type="h" for="ch" forName="image6" refType="h" fact="0.2653"/>
          <dgm:constr type="l" for="ch" forName="text6" refType="w" fact="0.8114"/>
          <dgm:constr type="t" for="ch" forName="text6" refType="h" fact="0.4436"/>
          <dgm:constr type="w" for="ch" forName="text6" refType="w" fact="0.1886"/>
          <dgm:constr type="h" for="ch" forName="text6" refType="h" fact="0.2653"/>
          <dgm:constr type="l" for="ch" forName="imageaccent6" refType="w" fact="0.8138"/>
          <dgm:constr type="t" for="ch" forName="imageaccent6" refType="h" fact="0.7053"/>
          <dgm:constr type="w" for="ch" forName="imageaccent6" refType="w" fact="0.022"/>
          <dgm:constr type="h" for="ch" forName="imageaccent6" refType="h" fact="0.0311"/>
          <dgm:constr type="l" for="ch" forName="textaccent6" refType="w" fact="0.8488"/>
          <dgm:constr type="t" for="ch" forName="textaccent6" refType="h" fact="0.676"/>
          <dgm:constr type="w" for="ch" forName="textaccent6" refType="w" fact="0.022"/>
          <dgm:constr type="h" for="ch" forName="textaccent6" refType="h" fact="0.0311"/>
          <dgm:constr type="l" for="ch" forName="text7" refType="w" fact="0.3244"/>
          <dgm:constr type="t" for="ch" forName="text7" refType="h" fact="0.5872"/>
          <dgm:constr type="w" for="ch" forName="text7" refType="w" fact="0.1886"/>
          <dgm:constr type="h" for="ch" forName="text7" refType="h" fact="0.2653"/>
          <dgm:constr type="l" for="ch" forName="image7" refType="w" fact="0.1622"/>
          <dgm:constr type="t" for="ch" forName="image7" refType="h" fact="0.7347"/>
          <dgm:constr type="w" for="ch" forName="image7" refType="w" fact="0.1886"/>
          <dgm:constr type="h" for="ch" forName="image7" refType="h" fact="0.2653"/>
          <dgm:constr type="l" for="ch" forName="imageaccent7" refType="w" fact="0.2905"/>
          <dgm:constr type="t" for="ch" forName="imageaccent7" refType="h" fact="0.7384"/>
          <dgm:constr type="w" for="ch" forName="imageaccent7" refType="w" fact="0.022"/>
          <dgm:constr type="h" for="ch" forName="imageaccent7" refType="h" fact="0.0311"/>
          <dgm:constr type="l" for="ch" forName="textaccent7" refType="w" fact="0.3298"/>
          <dgm:constr type="t" for="ch" forName="textaccent7" refType="h" fact="0.7048"/>
          <dgm:constr type="w" for="ch" forName="textaccent7" refType="w" fact="0.022"/>
          <dgm:constr type="h" for="ch" forName="textaccent7" refType="h" fact="0.0311"/>
        </dgm:constrLst>
      </dgm:if>
      <dgm:if name="Name9" axis="ch" ptType="node" func="cnt" op="equ" val="8">
        <dgm:alg type="composite">
          <dgm:param type="ar" val="1.8974"/>
        </dgm:alg>
        <dgm:constrLst>
          <dgm:constr type="primFontSz" for="des" ptType="node" op="equ" val="65"/>
          <dgm:constr type="l" for="ch" forName="image4" refType="w" fact="0.5589"/>
          <dgm:constr type="t" for="ch" forName="image4" refType="h" fact="0.2952"/>
          <dgm:constr type="w" for="ch" forName="image4" refType="w" fact="0.1624"/>
          <dgm:constr type="h" for="ch" forName="image4" refType="h" fact="0.2645"/>
          <dgm:constr type="l" for="ch" forName="text5" refType="w" fact="0.5589"/>
          <dgm:constr type="t" for="ch" forName="text5" refType="h" fact="0.0028"/>
          <dgm:constr type="w" for="ch" forName="text5" refType="w" fact="0.1624"/>
          <dgm:constr type="h" for="ch" forName="text5" refType="h" fact="0.2645"/>
          <dgm:constr type="l" for="ch" forName="image5" refType="w" fact="0.6986"/>
          <dgm:constr type="t" for="ch" forName="image5" refType="h" fact="0.1504"/>
          <dgm:constr type="w" for="ch" forName="image5" refType="w" fact="0.1624"/>
          <dgm:constr type="h" for="ch" forName="image5" refType="h" fact="0.2645"/>
          <dgm:constr type="l" for="ch" forName="image2" refType="w" fact="0.4192"/>
          <dgm:constr type="t" for="ch" forName="image2" refType="h" fact="0.439"/>
          <dgm:constr type="w" for="ch" forName="image2" refType="w" fact="0.1624"/>
          <dgm:constr type="h" for="ch" forName="image2" refType="h" fact="0.2645"/>
          <dgm:constr type="l" for="ch" forName="text4" refType="w" fact="0.4192"/>
          <dgm:constr type="t" for="ch" forName="text4" refType="h" fact="0.1465"/>
          <dgm:constr type="w" for="ch" forName="text4" refType="w" fact="0.1624"/>
          <dgm:constr type="h" for="ch" forName="text4" refType="h" fact="0.2645"/>
          <dgm:constr type="l" for="ch" forName="text2" refType="w" fact="0.2794"/>
          <dgm:constr type="t" for="ch" forName="text2" refType="h" fact="0.2925"/>
          <dgm:constr type="w" for="ch" forName="text2" refType="w" fact="0.1624"/>
          <dgm:constr type="h" for="ch" forName="text2" refType="h" fact="0.2645"/>
          <dgm:constr type="l" for="ch" forName="image3" refType="w" fact="0.2794"/>
          <dgm:constr type="t" for="ch" forName="image3" refType="h" fact="0"/>
          <dgm:constr type="w" for="ch" forName="image3" refType="w" fact="0.1624"/>
          <dgm:constr type="h" for="ch" forName="image3" refType="h" fact="0.2645"/>
          <dgm:constr type="l" for="ch" forName="text1" refType="w" fact="0.1397"/>
          <dgm:constr type="t" for="ch" forName="text1" refType="h" fact="0.4395"/>
          <dgm:constr type="w" for="ch" forName="text1" refType="w" fact="0.1624"/>
          <dgm:constr type="h" for="ch" forName="text1" refType="h" fact="0.2645"/>
          <dgm:constr type="l" for="ch" forName="text3" refType="w" fact="0.1397"/>
          <dgm:constr type="t" for="ch" forName="text3" refType="h" fact="0.1471"/>
          <dgm:constr type="w" for="ch" forName="text3" refType="w" fact="0.1624"/>
          <dgm:constr type="h" for="ch" forName="text3" refType="h" fact="0.2645"/>
          <dgm:constr type="l" for="ch" forName="textaccent1" refType="w" fact="0.1436"/>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4"/>
          <dgm:constr type="h" for="ch" forName="image1" refType="h" fact="0.2645"/>
          <dgm:constr type="l" for="ch" forName="imageaccent1" refType="w" fact="0.1112"/>
          <dgm:constr type="t" for="ch" forName="imageaccent1" refType="h" fact="0.5227"/>
          <dgm:constr type="w" for="ch" forName="imageaccent1" refType="w" fact="0.0189"/>
          <dgm:constr type="h" for="ch" forName="imageaccent1" refType="h" fact="0.031"/>
          <dgm:constr type="l" for="ch" forName="textaccent2" refType="w" fact="0.3912"/>
          <dgm:constr type="t" for="ch" forName="textaccent2" refType="h" fact="0.5213"/>
          <dgm:constr type="w" for="ch" forName="textaccent2" refType="w" fact="0.0189"/>
          <dgm:constr type="h" for="ch" forName="textaccent2" refType="h" fact="0.031"/>
          <dgm:constr type="l" for="ch" forName="imageaccent2" refType="w" fact="0.4231"/>
          <dgm:constr type="t" for="ch" forName="imageaccent2" refType="h" fact="0.5567"/>
          <dgm:constr type="w" for="ch" forName="imageaccent2" refType="w" fact="0.0189"/>
          <dgm:constr type="h" for="ch" forName="imageaccent2" refType="h" fact="0.031"/>
          <dgm:constr type="l" for="ch" forName="textaccent3" refType="w" fact="0.2502"/>
          <dgm:constr type="t" for="ch" forName="textaccent3" refType="h" fact="0.1507"/>
          <dgm:constr type="w" for="ch" forName="textaccent3" refType="w" fact="0.0189"/>
          <dgm:constr type="h" for="ch" forName="textaccent3" refType="h" fact="0.031"/>
          <dgm:constr type="l" for="ch" forName="imageaccent3" refType="w" fact="0.2841"/>
          <dgm:constr type="t" for="ch" forName="imageaccent3" refType="h" fact="0.1172"/>
          <dgm:constr type="w" for="ch" forName="imageaccent3" refType="w" fact="0.0189"/>
          <dgm:constr type="h" for="ch" forName="imageaccent3" refType="h" fact="0.031"/>
          <dgm:constr type="l" for="ch" forName="textaccent4" refType="w" fact="0.5596"/>
          <dgm:constr type="t" for="ch" forName="textaccent4" refType="h" fact="0.2637"/>
          <dgm:constr type="w" for="ch" forName="textaccent4" refType="w" fact="0.0189"/>
          <dgm:constr type="h" for="ch" forName="textaccent4" refType="h" fact="0.031"/>
          <dgm:constr type="l" for="ch" forName="imageaccent4" refType="w" fact="0.5905"/>
          <dgm:constr type="t" for="ch" forName="imageaccent4" refType="h" fact="0.3"/>
          <dgm:constr type="w" for="ch" forName="imageaccent4" refType="w" fact="0.0189"/>
          <dgm:constr type="h" for="ch" forName="imageaccent4" refType="h" fact="0.031"/>
          <dgm:constr type="l" for="ch" forName="textaccent5" refType="w" fact="0.6993"/>
          <dgm:constr type="t" for="ch" forName="textaccent5" refType="h" fact="0.1214"/>
          <dgm:constr type="w" for="ch" forName="textaccent5" refType="w" fact="0.0189"/>
          <dgm:constr type="h" for="ch" forName="textaccent5" refType="h" fact="0.031"/>
          <dgm:constr type="l" for="ch" forName="imageaccent5" refType="w" fact="0.731"/>
          <dgm:constr type="t" for="ch" forName="imageaccent5" refType="h" fact="0.1563"/>
          <dgm:constr type="w" for="ch" forName="imageaccent5" refType="w" fact="0.0189"/>
          <dgm:constr type="h" for="ch" forName="imageaccent5" refType="h" fact="0.031"/>
          <dgm:constr type="l" for="ch" forName="image6" refType="w" fact="0.5589"/>
          <dgm:constr type="t" for="ch" forName="image6" refType="h" fact="0.5872"/>
          <dgm:constr type="w" for="ch" forName="image6" refType="w" fact="0.1624"/>
          <dgm:constr type="h" for="ch" forName="image6" refType="h" fact="0.2645"/>
          <dgm:constr type="l" for="ch" forName="text6" refType="w" fact="0.6986"/>
          <dgm:constr type="t" for="ch" forName="text6" refType="h" fact="0.4424"/>
          <dgm:constr type="w" for="ch" forName="text6" refType="w" fact="0.1624"/>
          <dgm:constr type="h" for="ch" forName="text6" refType="h" fact="0.2645"/>
          <dgm:constr type="l" for="ch" forName="imageaccent6" refType="w" fact="0.7007"/>
          <dgm:constr type="t" for="ch" forName="imageaccent6" refType="h" fact="0.7033"/>
          <dgm:constr type="w" for="ch" forName="imageaccent6" refType="w" fact="0.0189"/>
          <dgm:constr type="h" for="ch" forName="imageaccent6" refType="h" fact="0.031"/>
          <dgm:constr type="l" for="ch" forName="textaccent6" refType="w" fact="0.7308"/>
          <dgm:constr type="t" for="ch" forName="textaccent6" refType="h" fact="0.6741"/>
          <dgm:constr type="w" for="ch" forName="textaccent6" refType="w" fact="0.0189"/>
          <dgm:constr type="h" for="ch" forName="textaccent6" refType="h" fact="0.031"/>
          <dgm:constr type="l" for="ch" forName="text7" refType="w" fact="0.2793"/>
          <dgm:constr type="t" for="ch" forName="text7" refType="h" fact="0.5856"/>
          <dgm:constr type="w" for="ch" forName="text7" refType="w" fact="0.1624"/>
          <dgm:constr type="h" for="ch" forName="text7" refType="h" fact="0.2645"/>
          <dgm:constr type="l" for="ch" forName="image7" refType="w" fact="0.1396"/>
          <dgm:constr type="t" for="ch" forName="image7" refType="h" fact="0.7326"/>
          <dgm:constr type="w" for="ch" forName="image7" refType="w" fact="0.1624"/>
          <dgm:constr type="h" for="ch" forName="image7" refType="h" fact="0.2645"/>
          <dgm:constr type="l" for="ch" forName="imageaccent7" refType="w" fact="0.2501"/>
          <dgm:constr type="t" for="ch" forName="imageaccent7" refType="h" fact="0.7363"/>
          <dgm:constr type="w" for="ch" forName="imageaccent7" refType="w" fact="0.0189"/>
          <dgm:constr type="h" for="ch" forName="imageaccent7" refType="h" fact="0.031"/>
          <dgm:constr type="l" for="ch" forName="textaccent7" refType="w" fact="0.284"/>
          <dgm:constr type="t" for="ch" forName="textaccent7" refType="h" fact="0.7028"/>
          <dgm:constr type="w" for="ch" forName="textaccent7" refType="w" fact="0.0189"/>
          <dgm:constr type="h" for="ch" forName="textaccent7" refType="h" fact="0.031"/>
          <dgm:constr type="l" for="ch" forName="image8" refType="w" fact="0.6979"/>
          <dgm:constr type="t" for="ch" forName="image8" refType="h" fact="0.7355"/>
          <dgm:constr type="w" for="ch" forName="image8" refType="w" fact="0.1624"/>
          <dgm:constr type="h" for="ch" forName="image8" refType="h" fact="0.2645"/>
          <dgm:constr type="l" for="ch" forName="text8" refType="w" fact="0.8376"/>
          <dgm:constr type="t" for="ch" forName="text8" refType="h" fact="0.5906"/>
          <dgm:constr type="w" for="ch" forName="text8" refType="w" fact="0.1624"/>
          <dgm:constr type="h" for="ch" forName="text8" refType="h" fact="0.2645"/>
          <dgm:constr type="l" for="ch" forName="imageaccent8" refType="w" fact="0.8397"/>
          <dgm:constr type="t" for="ch" forName="imageaccent8" refType="h" fact="0.8516"/>
          <dgm:constr type="w" for="ch" forName="imageaccent8" refType="w" fact="0.0189"/>
          <dgm:constr type="h" for="ch" forName="imageaccent8" refType="h" fact="0.031"/>
          <dgm:constr type="l" for="ch" forName="textaccent8" refType="w" fact="0.8698"/>
          <dgm:constr type="t" for="ch" forName="textaccent8" refType="h" fact="0.8223"/>
          <dgm:constr type="w" for="ch" forName="textaccent8" refType="w" fact="0.0189"/>
          <dgm:constr type="h" for="ch" forName="textaccent8" refType="h" fact="0.031"/>
        </dgm:constrLst>
      </dgm:if>
      <dgm:if name="Name10" axis="ch" ptType="node" func="cnt" op="equ" val="9">
        <dgm:alg type="composite">
          <dgm:param type="ar" val="1.8986"/>
        </dgm:alg>
        <dgm:constrLst>
          <dgm:constr type="primFontSz" for="des" ptType="node" op="equ" val="65"/>
          <dgm:constr type="l" for="ch" forName="image4" refType="w" fact="0.5585"/>
          <dgm:constr type="t" for="ch" forName="image4" refType="h" fact="0.2952"/>
          <dgm:constr type="w" for="ch" forName="image4" refType="w" fact="0.1623"/>
          <dgm:constr type="h" for="ch" forName="image4" refType="h" fact="0.2645"/>
          <dgm:constr type="l" for="ch" forName="text5" refType="w" fact="0.5585"/>
          <dgm:constr type="t" for="ch" forName="text5" refType="h" fact="0.0028"/>
          <dgm:constr type="w" for="ch" forName="text5" refType="w" fact="0.1623"/>
          <dgm:constr type="h" for="ch" forName="text5" refType="h" fact="0.2645"/>
          <dgm:constr type="l" for="ch" forName="image5" refType="w" fact="0.6982"/>
          <dgm:constr type="t" for="ch" forName="image5" refType="h" fact="0.1504"/>
          <dgm:constr type="w" for="ch" forName="image5" refType="w" fact="0.1623"/>
          <dgm:constr type="h" for="ch" forName="image5" refType="h" fact="0.2645"/>
          <dgm:constr type="l" for="ch" forName="image2" refType="w" fact="0.4189"/>
          <dgm:constr type="t" for="ch" forName="image2" refType="h" fact="0.439"/>
          <dgm:constr type="w" for="ch" forName="image2" refType="w" fact="0.1623"/>
          <dgm:constr type="h" for="ch" forName="image2" refType="h" fact="0.2645"/>
          <dgm:constr type="l" for="ch" forName="text4" refType="w" fact="0.4189"/>
          <dgm:constr type="t" for="ch" forName="text4" refType="h" fact="0.1465"/>
          <dgm:constr type="w" for="ch" forName="text4" refType="w" fact="0.1623"/>
          <dgm:constr type="h" for="ch" forName="text4" refType="h" fact="0.2645"/>
          <dgm:constr type="l" for="ch" forName="text2" refType="w" fact="0.2793"/>
          <dgm:constr type="t" for="ch" forName="text2" refType="h" fact="0.2925"/>
          <dgm:constr type="w" for="ch" forName="text2" refType="w" fact="0.1623"/>
          <dgm:constr type="h" for="ch" forName="text2" refType="h" fact="0.2645"/>
          <dgm:constr type="l" for="ch" forName="image3" refType="w" fact="0.2793"/>
          <dgm:constr type="t" for="ch" forName="image3" refType="h" fact="0"/>
          <dgm:constr type="w" for="ch" forName="image3" refType="w" fact="0.1623"/>
          <dgm:constr type="h" for="ch" forName="image3" refType="h" fact="0.2645"/>
          <dgm:constr type="l" for="ch" forName="text1" refType="w" fact="0.1396"/>
          <dgm:constr type="t" for="ch" forName="text1" refType="h" fact="0.4395"/>
          <dgm:constr type="w" for="ch" forName="text1" refType="w" fact="0.1623"/>
          <dgm:constr type="h" for="ch" forName="text1" refType="h" fact="0.2645"/>
          <dgm:constr type="l" for="ch" forName="text3" refType="w" fact="0.1396"/>
          <dgm:constr type="t" for="ch" forName="text3" refType="h" fact="0.1471"/>
          <dgm:constr type="w" for="ch" forName="text3" refType="w" fact="0.1623"/>
          <dgm:constr type="h" for="ch" forName="text3" refType="h" fact="0.2645"/>
          <dgm:constr type="l" for="ch" forName="textaccent1" refType="w" fact="0.1435"/>
          <dgm:constr type="t" for="ch" forName="textaccent1" refType="h" fact="0.5578"/>
          <dgm:constr type="w" for="ch" forName="textaccent1" refType="w" fact="0.0189"/>
          <dgm:constr type="h" for="ch" forName="textaccent1" refType="h" fact="0.031"/>
          <dgm:constr type="l" for="ch" forName="image1" refType="w" fact="0"/>
          <dgm:constr type="t" for="ch" forName="image1" refType="h" fact="0.2933"/>
          <dgm:constr type="w" for="ch" forName="image1" refType="w" fact="0.1623"/>
          <dgm:constr type="h" for="ch" forName="image1" refType="h" fact="0.2645"/>
          <dgm:constr type="l" for="ch" forName="imageaccent1" refType="w" fact="0.1111"/>
          <dgm:constr type="t" for="ch" forName="imageaccent1" refType="h" fact="0.5227"/>
          <dgm:constr type="w" for="ch" forName="imageaccent1" refType="w" fact="0.0189"/>
          <dgm:constr type="h" for="ch" forName="imageaccent1" refType="h" fact="0.031"/>
          <dgm:constr type="l" for="ch" forName="textaccent2" refType="w" fact="0.391"/>
          <dgm:constr type="t" for="ch" forName="textaccent2" refType="h" fact="0.5213"/>
          <dgm:constr type="w" for="ch" forName="textaccent2" refType="w" fact="0.0189"/>
          <dgm:constr type="h" for="ch" forName="textaccent2" refType="h" fact="0.031"/>
          <dgm:constr type="l" for="ch" forName="imageaccent2" refType="w" fact="0.4228"/>
          <dgm:constr type="t" for="ch" forName="imageaccent2" refType="h" fact="0.5567"/>
          <dgm:constr type="w" for="ch" forName="imageaccent2" refType="w" fact="0.0189"/>
          <dgm:constr type="h" for="ch" forName="imageaccent2" refType="h" fact="0.031"/>
          <dgm:constr type="l" for="ch" forName="textaccent3" refType="w" fact="0.2501"/>
          <dgm:constr type="t" for="ch" forName="textaccent3" refType="h" fact="0.1507"/>
          <dgm:constr type="w" for="ch" forName="textaccent3" refType="w" fact="0.0189"/>
          <dgm:constr type="h" for="ch" forName="textaccent3" refType="h" fact="0.031"/>
          <dgm:constr type="l" for="ch" forName="imageaccent3" refType="w" fact="0.2839"/>
          <dgm:constr type="t" for="ch" forName="imageaccent3" refType="h" fact="0.1172"/>
          <dgm:constr type="w" for="ch" forName="imageaccent3" refType="w" fact="0.0189"/>
          <dgm:constr type="h" for="ch" forName="imageaccent3" refType="h" fact="0.031"/>
          <dgm:constr type="l" for="ch" forName="textaccent4" refType="w" fact="0.5593"/>
          <dgm:constr type="t" for="ch" forName="textaccent4" refType="h" fact="0.2637"/>
          <dgm:constr type="w" for="ch" forName="textaccent4" refType="w" fact="0.0189"/>
          <dgm:constr type="h" for="ch" forName="textaccent4" refType="h" fact="0.031"/>
          <dgm:constr type="l" for="ch" forName="imageaccent4" refType="w" fact="0.5901"/>
          <dgm:constr type="t" for="ch" forName="imageaccent4" refType="h" fact="0.3"/>
          <dgm:constr type="w" for="ch" forName="imageaccent4" refType="w" fact="0.0189"/>
          <dgm:constr type="h" for="ch" forName="imageaccent4" refType="h" fact="0.031"/>
          <dgm:constr type="l" for="ch" forName="textaccent5" refType="w" fact="0.6989"/>
          <dgm:constr type="t" for="ch" forName="textaccent5" refType="h" fact="0.1214"/>
          <dgm:constr type="w" for="ch" forName="textaccent5" refType="w" fact="0.0189"/>
          <dgm:constr type="h" for="ch" forName="textaccent5" refType="h" fact="0.031"/>
          <dgm:constr type="l" for="ch" forName="imageaccent5" refType="w" fact="0.7305"/>
          <dgm:constr type="t" for="ch" forName="imageaccent5" refType="h" fact="0.1563"/>
          <dgm:constr type="w" for="ch" forName="imageaccent5" refType="w" fact="0.0189"/>
          <dgm:constr type="h" for="ch" forName="imageaccent5" refType="h" fact="0.031"/>
          <dgm:constr type="l" for="ch" forName="image6" refType="w" fact="0.5585"/>
          <dgm:constr type="t" for="ch" forName="image6" refType="h" fact="0.5872"/>
          <dgm:constr type="w" for="ch" forName="image6" refType="w" fact="0.1623"/>
          <dgm:constr type="h" for="ch" forName="image6" refType="h" fact="0.2645"/>
          <dgm:constr type="l" for="ch" forName="text6" refType="w" fact="0.6982"/>
          <dgm:constr type="t" for="ch" forName="text6" refType="h" fact="0.4424"/>
          <dgm:constr type="w" for="ch" forName="text6" refType="w" fact="0.1623"/>
          <dgm:constr type="h" for="ch" forName="text6" refType="h" fact="0.2645"/>
          <dgm:constr type="l" for="ch" forName="imageaccent6" refType="w" fact="0.7002"/>
          <dgm:constr type="t" for="ch" forName="imageaccent6" refType="h" fact="0.7033"/>
          <dgm:constr type="w" for="ch" forName="imageaccent6" refType="w" fact="0.0189"/>
          <dgm:constr type="h" for="ch" forName="imageaccent6" refType="h" fact="0.031"/>
          <dgm:constr type="l" for="ch" forName="textaccent6" refType="w" fact="0.7303"/>
          <dgm:constr type="t" for="ch" forName="textaccent6" refType="h" fact="0.6741"/>
          <dgm:constr type="w" for="ch" forName="textaccent6" refType="w" fact="0.0189"/>
          <dgm:constr type="h" for="ch" forName="textaccent6" refType="h" fact="0.031"/>
          <dgm:constr type="l" for="ch" forName="text7" refType="w" fact="0.2792"/>
          <dgm:constr type="t" for="ch" forName="text7" refType="h" fact="0.5856"/>
          <dgm:constr type="w" for="ch" forName="text7" refType="w" fact="0.1623"/>
          <dgm:constr type="h" for="ch" forName="text7" refType="h" fact="0.2645"/>
          <dgm:constr type="l" for="ch" forName="image7" refType="w" fact="0.1395"/>
          <dgm:constr type="t" for="ch" forName="image7" refType="h" fact="0.7326"/>
          <dgm:constr type="w" for="ch" forName="image7" refType="w" fact="0.1623"/>
          <dgm:constr type="h" for="ch" forName="image7" refType="h" fact="0.2645"/>
          <dgm:constr type="l" for="ch" forName="imageaccent7" refType="w" fact="0.25"/>
          <dgm:constr type="t" for="ch" forName="imageaccent7" refType="h" fact="0.7363"/>
          <dgm:constr type="w" for="ch" forName="imageaccent7" refType="w" fact="0.0189"/>
          <dgm:constr type="h" for="ch" forName="imageaccent7" refType="h" fact="0.031"/>
          <dgm:constr type="l" for="ch" forName="textaccent7" refType="w" fact="0.2838"/>
          <dgm:constr type="t" for="ch" forName="textaccent7" refType="h" fact="0.7028"/>
          <dgm:constr type="w" for="ch" forName="textaccent7" refType="w" fact="0.0189"/>
          <dgm:constr type="h" for="ch" forName="textaccent7" refType="h" fact="0.031"/>
          <dgm:constr type="l" for="ch" forName="image8" refType="w" fact="0.6975"/>
          <dgm:constr type="t" for="ch" forName="image8" refType="h" fact="0.7355"/>
          <dgm:constr type="w" for="ch" forName="image8" refType="w" fact="0.1623"/>
          <dgm:constr type="h" for="ch" forName="image8" refType="h" fact="0.2645"/>
          <dgm:constr type="l" for="ch" forName="text8" refType="w" fact="0.8371"/>
          <dgm:constr type="t" for="ch" forName="text8" refType="h" fact="0.5906"/>
          <dgm:constr type="w" for="ch" forName="text8" refType="w" fact="0.1623"/>
          <dgm:constr type="h" for="ch" forName="text8" refType="h" fact="0.2645"/>
          <dgm:constr type="l" for="ch" forName="imageaccent8" refType="w" fact="0.8392"/>
          <dgm:constr type="t" for="ch" forName="imageaccent8" refType="h" fact="0.8516"/>
          <dgm:constr type="w" for="ch" forName="imageaccent8" refType="w" fact="0.0189"/>
          <dgm:constr type="h" for="ch" forName="imageaccent8" refType="h" fact="0.031"/>
          <dgm:constr type="l" for="ch" forName="textaccent8" refType="w" fact="0.8693"/>
          <dgm:constr type="t" for="ch" forName="textaccent8" refType="h" fact="0.8223"/>
          <dgm:constr type="w" for="ch" forName="textaccent8" refType="w" fact="0.0189"/>
          <dgm:constr type="h" for="ch" forName="textaccent8" refType="h" fact="0.031"/>
          <dgm:constr type="l" for="ch" forName="text9" refType="w" fact="0.8377"/>
          <dgm:constr type="t" for="ch" forName="text9" refType="h" fact="0.0057"/>
          <dgm:constr type="w" for="ch" forName="text9" refType="w" fact="0.1623"/>
          <dgm:constr type="h" for="ch" forName="text9" refType="h" fact="0.2645"/>
          <dgm:constr type="l" for="ch" forName="textaccent9" refType="w" fact="0.95"/>
          <dgm:constr type="t" for="ch" forName="textaccent9" refType="h" fact="0.2383"/>
          <dgm:constr type="w" for="ch" forName="textaccent9" refType="w" fact="0.0189"/>
          <dgm:constr type="h" for="ch" forName="textaccent9" refType="h" fact="0.031"/>
          <dgm:constr type="l" for="ch" forName="image9" refType="w" fact="0.8377"/>
          <dgm:constr type="t" for="ch" forName="image9" refType="h" fact="0.2977"/>
          <dgm:constr type="w" for="ch" forName="image9" refType="w" fact="0.1623"/>
          <dgm:constr type="h" for="ch" forName="image9" refType="h" fact="0.2645"/>
          <dgm:constr type="l" for="ch" forName="imageaccent9" refType="w" fact="0.95"/>
          <dgm:constr type="t" for="ch" forName="imageaccent9" refType="h" fact="0.2993"/>
          <dgm:constr type="w" for="ch" forName="imageaccent9" refType="w" fact="0.0189"/>
          <dgm:constr type="h" for="ch" forName="imageaccent9" refType="h" fact="0.031"/>
        </dgm:constrLst>
      </dgm:if>
      <dgm:if name="Name11" axis="ch" ptType="node" func="cnt" op="equ" val="10">
        <dgm:alg type="composite">
          <dgm:param type="ar" val="1.6608"/>
        </dgm:alg>
        <dgm:constrLst>
          <dgm:constr type="primFontSz" for="des" ptType="node" op="equ" val="65"/>
          <dgm:constr type="l" for="ch" forName="image4" refType="w" fact="0.5585"/>
          <dgm:constr type="t" for="ch" forName="image4" refType="h" fact="0.2583"/>
          <dgm:constr type="w" for="ch" forName="image4" refType="w" fact="0.1623"/>
          <dgm:constr type="h" for="ch" forName="image4" refType="h" fact="0.2314"/>
          <dgm:constr type="l" for="ch" forName="text5" refType="w" fact="0.5585"/>
          <dgm:constr type="t" for="ch" forName="text5" refType="h" fact="0.0024"/>
          <dgm:constr type="w" for="ch" forName="text5" refType="w" fact="0.1623"/>
          <dgm:constr type="h" for="ch" forName="text5" refType="h" fact="0.2314"/>
          <dgm:constr type="l" for="ch" forName="image5" refType="w" fact="0.6982"/>
          <dgm:constr type="t" for="ch" forName="image5" refType="h" fact="0.1316"/>
          <dgm:constr type="w" for="ch" forName="image5" refType="w" fact="0.1623"/>
          <dgm:constr type="h" for="ch" forName="image5" refType="h" fact="0.2314"/>
          <dgm:constr type="l" for="ch" forName="image2" refType="w" fact="0.4189"/>
          <dgm:constr type="t" for="ch" forName="image2" refType="h" fact="0.384"/>
          <dgm:constr type="w" for="ch" forName="image2" refType="w" fact="0.1623"/>
          <dgm:constr type="h" for="ch" forName="image2" refType="h" fact="0.2314"/>
          <dgm:constr type="l" for="ch" forName="text4" refType="w" fact="0.4189"/>
          <dgm:constr type="t" for="ch" forName="text4" refType="h" fact="0.1282"/>
          <dgm:constr type="w" for="ch" forName="text4" refType="w" fact="0.1623"/>
          <dgm:constr type="h" for="ch" forName="text4" refType="h" fact="0.2314"/>
          <dgm:constr type="l" for="ch" forName="text2" refType="w" fact="0.2793"/>
          <dgm:constr type="t" for="ch" forName="text2" refType="h" fact="0.2558"/>
          <dgm:constr type="w" for="ch" forName="text2" refType="w" fact="0.1623"/>
          <dgm:constr type="h" for="ch" forName="text2" refType="h" fact="0.2314"/>
          <dgm:constr type="l" for="ch" forName="image3" refType="w" fact="0.2793"/>
          <dgm:constr type="t" for="ch" forName="image3" refType="h" fact="0"/>
          <dgm:constr type="w" for="ch" forName="image3" refType="w" fact="0.1623"/>
          <dgm:constr type="h" for="ch" forName="image3" refType="h" fact="0.2314"/>
          <dgm:constr type="l" for="ch" forName="text1" refType="w" fact="0.1396"/>
          <dgm:constr type="t" for="ch" forName="text1" refType="h" fact="0.3845"/>
          <dgm:constr type="w" for="ch" forName="text1" refType="w" fact="0.1623"/>
          <dgm:constr type="h" for="ch" forName="text1" refType="h" fact="0.2314"/>
          <dgm:constr type="l" for="ch" forName="text3" refType="w" fact="0.1396"/>
          <dgm:constr type="t" for="ch" forName="text3" refType="h" fact="0.1286"/>
          <dgm:constr type="w" for="ch" forName="text3" refType="w" fact="0.1623"/>
          <dgm:constr type="h" for="ch" forName="text3" refType="h" fact="0.2314"/>
          <dgm:constr type="l" for="ch" forName="textaccent1" refType="w" fact="0.1435"/>
          <dgm:constr type="t" for="ch" forName="textaccent1" refType="h" fact="0.488"/>
          <dgm:constr type="w" for="ch" forName="textaccent1" refType="w" fact="0.0189"/>
          <dgm:constr type="h" for="ch" forName="textaccent1" refType="h" fact="0.0271"/>
          <dgm:constr type="l" for="ch" forName="image1" refType="w" fact="0"/>
          <dgm:constr type="t" for="ch" forName="image1" refType="h" fact="0.2566"/>
          <dgm:constr type="w" for="ch" forName="image1" refType="w" fact="0.1623"/>
          <dgm:constr type="h" for="ch" forName="image1" refType="h" fact="0.2314"/>
          <dgm:constr type="l" for="ch" forName="imageaccent1" refType="w" fact="0.1111"/>
          <dgm:constr type="t" for="ch" forName="imageaccent1" refType="h" fact="0.4572"/>
          <dgm:constr type="w" for="ch" forName="imageaccent1" refType="w" fact="0.0189"/>
          <dgm:constr type="h" for="ch" forName="imageaccent1" refType="h" fact="0.0271"/>
          <dgm:constr type="l" for="ch" forName="textaccent2" refType="w" fact="0.391"/>
          <dgm:constr type="t" for="ch" forName="textaccent2" refType="h" fact="0.456"/>
          <dgm:constr type="w" for="ch" forName="textaccent2" refType="w" fact="0.0189"/>
          <dgm:constr type="h" for="ch" forName="textaccent2" refType="h" fact="0.0271"/>
          <dgm:constr type="l" for="ch" forName="imageaccent2" refType="w" fact="0.4228"/>
          <dgm:constr type="t" for="ch" forName="imageaccent2" refType="h" fact="0.487"/>
          <dgm:constr type="w" for="ch" forName="imageaccent2" refType="w" fact="0.0189"/>
          <dgm:constr type="h" for="ch" forName="imageaccent2" refType="h" fact="0.0271"/>
          <dgm:constr type="l" for="ch" forName="textaccent3" refType="w" fact="0.2501"/>
          <dgm:constr type="t" for="ch" forName="textaccent3" refType="h" fact="0.1318"/>
          <dgm:constr type="w" for="ch" forName="textaccent3" refType="w" fact="0.0189"/>
          <dgm:constr type="h" for="ch" forName="textaccent3" refType="h" fact="0.0271"/>
          <dgm:constr type="l" for="ch" forName="imageaccent3" refType="w" fact="0.2839"/>
          <dgm:constr type="t" for="ch" forName="imageaccent3" refType="h" fact="0.1025"/>
          <dgm:constr type="w" for="ch" forName="imageaccent3" refType="w" fact="0.0189"/>
          <dgm:constr type="h" for="ch" forName="imageaccent3" refType="h" fact="0.0271"/>
          <dgm:constr type="l" for="ch" forName="textaccent4" refType="w" fact="0.5593"/>
          <dgm:constr type="t" for="ch" forName="textaccent4" refType="h" fact="0.2307"/>
          <dgm:constr type="w" for="ch" forName="textaccent4" refType="w" fact="0.0189"/>
          <dgm:constr type="h" for="ch" forName="textaccent4" refType="h" fact="0.0271"/>
          <dgm:constr type="l" for="ch" forName="imageaccent4" refType="w" fact="0.5901"/>
          <dgm:constr type="t" for="ch" forName="imageaccent4" refType="h" fact="0.2624"/>
          <dgm:constr type="w" for="ch" forName="imageaccent4" refType="w" fact="0.0189"/>
          <dgm:constr type="h" for="ch" forName="imageaccent4" refType="h" fact="0.0271"/>
          <dgm:constr type="l" for="ch" forName="textaccent5" refType="w" fact="0.6989"/>
          <dgm:constr type="t" for="ch" forName="textaccent5" refType="h" fact="0.1062"/>
          <dgm:constr type="w" for="ch" forName="textaccent5" refType="w" fact="0.0189"/>
          <dgm:constr type="h" for="ch" forName="textaccent5" refType="h" fact="0.0271"/>
          <dgm:constr type="l" for="ch" forName="imageaccent5" refType="w" fact="0.7305"/>
          <dgm:constr type="t" for="ch" forName="imageaccent5" refType="h" fact="0.1367"/>
          <dgm:constr type="w" for="ch" forName="imageaccent5" refType="w" fact="0.0189"/>
          <dgm:constr type="h" for="ch" forName="imageaccent5" refType="h" fact="0.0271"/>
          <dgm:constr type="l" for="ch" forName="image6" refType="w" fact="0.5585"/>
          <dgm:constr type="t" for="ch" forName="image6" refType="h" fact="0.5137"/>
          <dgm:constr type="w" for="ch" forName="image6" refType="w" fact="0.1623"/>
          <dgm:constr type="h" for="ch" forName="image6" refType="h" fact="0.2314"/>
          <dgm:constr type="l" for="ch" forName="text6" refType="w" fact="0.6982"/>
          <dgm:constr type="t" for="ch" forName="text6" refType="h" fact="0.387"/>
          <dgm:constr type="w" for="ch" forName="text6" refType="w" fact="0.1623"/>
          <dgm:constr type="h" for="ch" forName="text6" refType="h" fact="0.2314"/>
          <dgm:constr type="l" for="ch" forName="imageaccent6" refType="w" fact="0.7002"/>
          <dgm:constr type="t" for="ch" forName="imageaccent6" refType="h" fact="0.6152"/>
          <dgm:constr type="w" for="ch" forName="imageaccent6" refType="w" fact="0.0189"/>
          <dgm:constr type="h" for="ch" forName="imageaccent6" refType="h" fact="0.0271"/>
          <dgm:constr type="l" for="ch" forName="textaccent6" refType="w" fact="0.7303"/>
          <dgm:constr type="t" for="ch" forName="textaccent6" refType="h" fact="0.5897"/>
          <dgm:constr type="w" for="ch" forName="textaccent6" refType="w" fact="0.0189"/>
          <dgm:constr type="h" for="ch" forName="textaccent6" refType="h" fact="0.0271"/>
          <dgm:constr type="l" for="ch" forName="text7" refType="w" fact="0.2792"/>
          <dgm:constr type="t" for="ch" forName="text7" refType="h" fact="0.5122"/>
          <dgm:constr type="w" for="ch" forName="text7" refType="w" fact="0.1623"/>
          <dgm:constr type="h" for="ch" forName="text7" refType="h" fact="0.2314"/>
          <dgm:constr type="l" for="ch" forName="image7" refType="w" fact="0.1395"/>
          <dgm:constr type="t" for="ch" forName="image7" refType="h" fact="0.6409"/>
          <dgm:constr type="w" for="ch" forName="image7" refType="w" fact="0.1623"/>
          <dgm:constr type="h" for="ch" forName="image7" refType="h" fact="0.2314"/>
          <dgm:constr type="l" for="ch" forName="imageaccent7" refType="w" fact="0.25"/>
          <dgm:constr type="t" for="ch" forName="imageaccent7" refType="h" fact="0.6441"/>
          <dgm:constr type="w" for="ch" forName="imageaccent7" refType="w" fact="0.0189"/>
          <dgm:constr type="h" for="ch" forName="imageaccent7" refType="h" fact="0.0271"/>
          <dgm:constr type="l" for="ch" forName="textaccent7" refType="w" fact="0.2838"/>
          <dgm:constr type="t" for="ch" forName="textaccent7" refType="h" fact="0.6148"/>
          <dgm:constr type="w" for="ch" forName="textaccent7" refType="w" fact="0.0189"/>
          <dgm:constr type="h" for="ch" forName="textaccent7" refType="h" fact="0.0271"/>
          <dgm:constr type="l" for="ch" forName="image8" refType="w" fact="0.6975"/>
          <dgm:constr type="t" for="ch" forName="image8" refType="h" fact="0.6433"/>
          <dgm:constr type="w" for="ch" forName="image8" refType="w" fact="0.1623"/>
          <dgm:constr type="h" for="ch" forName="image8" refType="h" fact="0.2314"/>
          <dgm:constr type="l" for="ch" forName="text8" refType="w" fact="0.8371"/>
          <dgm:constr type="t" for="ch" forName="text8" refType="h" fact="0.5167"/>
          <dgm:constr type="w" for="ch" forName="text8" refType="w" fact="0.1623"/>
          <dgm:constr type="h" for="ch" forName="text8" refType="h" fact="0.2314"/>
          <dgm:constr type="l" for="ch" forName="imageaccent8" refType="w" fact="0.8392"/>
          <dgm:constr type="t" for="ch" forName="imageaccent8" refType="h" fact="0.7449"/>
          <dgm:constr type="w" for="ch" forName="imageaccent8" refType="w" fact="0.0189"/>
          <dgm:constr type="h" for="ch" forName="imageaccent8" refType="h" fact="0.0271"/>
          <dgm:constr type="l" for="ch" forName="textaccent8" refType="w" fact="0.8693"/>
          <dgm:constr type="t" for="ch" forName="textaccent8" refType="h" fact="0.7194"/>
          <dgm:constr type="w" for="ch" forName="textaccent8" refType="w" fact="0.0189"/>
          <dgm:constr type="h" for="ch" forName="textaccent8" refType="h" fact="0.0271"/>
          <dgm:constr type="l" for="ch" forName="text9" refType="w" fact="0.8377"/>
          <dgm:constr type="t" for="ch" forName="text9" refType="h" fact="0.005"/>
          <dgm:constr type="w" for="ch" forName="text9" refType="w" fact="0.1623"/>
          <dgm:constr type="h" for="ch" forName="text9" refType="h" fact="0.2314"/>
          <dgm:constr type="l" for="ch" forName="textaccent9" refType="w" fact="0.95"/>
          <dgm:constr type="t" for="ch" forName="textaccent9" refType="h" fact="0.2084"/>
          <dgm:constr type="w" for="ch" forName="textaccent9" refType="w" fact="0.0189"/>
          <dgm:constr type="h" for="ch" forName="textaccent9" refType="h" fact="0.0271"/>
          <dgm:constr type="l" for="ch" forName="image9" refType="w" fact="0.8377"/>
          <dgm:constr type="t" for="ch" forName="image9" refType="h" fact="0.2604"/>
          <dgm:constr type="w" for="ch" forName="image9" refType="w" fact="0.1623"/>
          <dgm:constr type="h" for="ch" forName="image9" refType="h" fact="0.2314"/>
          <dgm:constr type="l" for="ch" forName="imageaccent9" refType="w" fact="0.95"/>
          <dgm:constr type="t" for="ch" forName="imageaccent9" refType="h" fact="0.2618"/>
          <dgm:constr type="w" for="ch" forName="imageaccent9" refType="w" fact="0.0189"/>
          <dgm:constr type="h" for="ch" forName="imageaccent9" refType="h" fact="0.0271"/>
          <dgm:constr type="l" for="ch" forName="image10" refType="w" fact="0.2786"/>
          <dgm:constr type="t" for="ch" forName="image10" refType="h" fact="0.7686"/>
          <dgm:constr type="w" for="ch" forName="image10" refType="w" fact="0.1623"/>
          <dgm:constr type="h" for="ch" forName="image10" refType="h" fact="0.2314"/>
          <dgm:constr type="l" for="ch" forName="text10" refType="w" fact="0.4183"/>
          <dgm:constr type="t" for="ch" forName="text10" refType="h" fact="0.6419"/>
          <dgm:constr type="w" for="ch" forName="text10" refType="w" fact="0.1623"/>
          <dgm:constr type="h" for="ch" forName="text10" refType="h" fact="0.2314"/>
          <dgm:constr type="l" for="ch" forName="imageaccent10" refType="w" fact="0.4203"/>
          <dgm:constr type="t" for="ch" forName="imageaccent10" refType="h" fact="0.8701"/>
          <dgm:constr type="w" for="ch" forName="imageaccent10" refType="w" fact="0.0189"/>
          <dgm:constr type="h" for="ch" forName="imageaccent10" refType="h" fact="0.0271"/>
          <dgm:constr type="l" for="ch" forName="textaccent10" refType="w" fact="0.4504"/>
          <dgm:constr type="t" for="ch" forName="textaccent10" refType="h" fact="0.8446"/>
          <dgm:constr type="w" for="ch" forName="textaccent10" refType="w" fact="0.0189"/>
          <dgm:constr type="h" for="ch" forName="textaccent10" refType="h" fact="0.0271"/>
        </dgm:constrLst>
      </dgm:if>
      <dgm:if name="Name12" axis="ch" ptType="node" func="cnt" op="equ" val="11">
        <dgm:alg type="composite">
          <dgm:param type="ar" val="1.4704"/>
        </dgm:alg>
        <dgm:constrLst>
          <dgm:constr type="primFontSz" for="des" ptType="node" op="equ" val="65"/>
          <dgm:constr type="l" for="ch" forName="image4" refType="w" fact="0.5585"/>
          <dgm:constr type="t" for="ch" forName="image4" refType="h" fact="0.2287"/>
          <dgm:constr type="w" for="ch" forName="image4" refType="w" fact="0.1623"/>
          <dgm:constr type="h" for="ch" forName="image4" refType="h" fact="0.2049"/>
          <dgm:constr type="l" for="ch" forName="text5" refType="w" fact="0.5585"/>
          <dgm:constr type="t" for="ch" forName="text5" refType="h" fact="0.0022"/>
          <dgm:constr type="w" for="ch" forName="text5" refType="w" fact="0.1623"/>
          <dgm:constr type="h" for="ch" forName="text5" refType="h" fact="0.2049"/>
          <dgm:constr type="l" for="ch" forName="image5" refType="w" fact="0.6982"/>
          <dgm:constr type="t" for="ch" forName="image5" refType="h" fact="0.1165"/>
          <dgm:constr type="w" for="ch" forName="image5" refType="w" fact="0.1623"/>
          <dgm:constr type="h" for="ch" forName="image5" refType="h" fact="0.2049"/>
          <dgm:constr type="l" for="ch" forName="image2" refType="w" fact="0.4189"/>
          <dgm:constr type="t" for="ch" forName="image2" refType="h" fact="0.34"/>
          <dgm:constr type="w" for="ch" forName="image2" refType="w" fact="0.1623"/>
          <dgm:constr type="h" for="ch" forName="image2" refType="h" fact="0.2049"/>
          <dgm:constr type="l" for="ch" forName="text4" refType="w" fact="0.4189"/>
          <dgm:constr type="t" for="ch" forName="text4" refType="h" fact="0.1135"/>
          <dgm:constr type="w" for="ch" forName="text4" refType="w" fact="0.1623"/>
          <dgm:constr type="h" for="ch" forName="text4" refType="h" fact="0.2049"/>
          <dgm:constr type="l" for="ch" forName="text2" refType="w" fact="0.2793"/>
          <dgm:constr type="t" for="ch" forName="text2" refType="h" fact="0.2265"/>
          <dgm:constr type="w" for="ch" forName="text2" refType="w" fact="0.1623"/>
          <dgm:constr type="h" for="ch" forName="text2" refType="h" fact="0.2049"/>
          <dgm:constr type="l" for="ch" forName="image3" refType="w" fact="0.2793"/>
          <dgm:constr type="t" for="ch" forName="image3" refType="h" fact="0"/>
          <dgm:constr type="w" for="ch" forName="image3" refType="w" fact="0.1623"/>
          <dgm:constr type="h" for="ch" forName="image3" refType="h" fact="0.2049"/>
          <dgm:constr type="l" for="ch" forName="text1" refType="w" fact="0.1396"/>
          <dgm:constr type="t" for="ch" forName="text1" refType="h" fact="0.3404"/>
          <dgm:constr type="w" for="ch" forName="text1" refType="w" fact="0.1623"/>
          <dgm:constr type="h" for="ch" forName="text1" refType="h" fact="0.2049"/>
          <dgm:constr type="l" for="ch" forName="text3" refType="w" fact="0.1396"/>
          <dgm:constr type="t" for="ch" forName="text3" refType="h" fact="0.1139"/>
          <dgm:constr type="w" for="ch" forName="text3" refType="w" fact="0.1623"/>
          <dgm:constr type="h" for="ch" forName="text3" refType="h" fact="0.2049"/>
          <dgm:constr type="l" for="ch" forName="textaccent1" refType="w" fact="0.1435"/>
          <dgm:constr type="t" for="ch" forName="textaccent1" refType="h" fact="0.432"/>
          <dgm:constr type="w" for="ch" forName="textaccent1" refType="w" fact="0.0189"/>
          <dgm:constr type="h" for="ch" forName="textaccent1" refType="h" fact="0.024"/>
          <dgm:constr type="l" for="ch" forName="image1" refType="w" fact="0"/>
          <dgm:constr type="t" for="ch" forName="image1" refType="h" fact="0.2272"/>
          <dgm:constr type="w" for="ch" forName="image1" refType="w" fact="0.1623"/>
          <dgm:constr type="h" for="ch" forName="image1" refType="h" fact="0.2049"/>
          <dgm:constr type="l" for="ch" forName="imageaccent1" refType="w" fact="0.1111"/>
          <dgm:constr type="t" for="ch" forName="imageaccent1" refType="h" fact="0.4048"/>
          <dgm:constr type="w" for="ch" forName="imageaccent1" refType="w" fact="0.0189"/>
          <dgm:constr type="h" for="ch" forName="imageaccent1" refType="h" fact="0.024"/>
          <dgm:constr type="l" for="ch" forName="textaccent2" refType="w" fact="0.391"/>
          <dgm:constr type="t" for="ch" forName="textaccent2" refType="h" fact="0.4038"/>
          <dgm:constr type="w" for="ch" forName="textaccent2" refType="w" fact="0.0189"/>
          <dgm:constr type="h" for="ch" forName="textaccent2" refType="h" fact="0.024"/>
          <dgm:constr type="l" for="ch" forName="imageaccent2" refType="w" fact="0.4228"/>
          <dgm:constr type="t" for="ch" forName="imageaccent2" refType="h" fact="0.4312"/>
          <dgm:constr type="w" for="ch" forName="imageaccent2" refType="w" fact="0.0189"/>
          <dgm:constr type="h" for="ch" forName="imageaccent2" refType="h" fact="0.024"/>
          <dgm:constr type="l" for="ch" forName="textaccent3" refType="w" fact="0.2501"/>
          <dgm:constr type="t" for="ch" forName="textaccent3" refType="h" fact="0.1167"/>
          <dgm:constr type="w" for="ch" forName="textaccent3" refType="w" fact="0.0189"/>
          <dgm:constr type="h" for="ch" forName="textaccent3" refType="h" fact="0.024"/>
          <dgm:constr type="l" for="ch" forName="imageaccent3" refType="w" fact="0.2839"/>
          <dgm:constr type="t" for="ch" forName="imageaccent3" refType="h" fact="0.0908"/>
          <dgm:constr type="w" for="ch" forName="imageaccent3" refType="w" fact="0.0189"/>
          <dgm:constr type="h" for="ch" forName="imageaccent3" refType="h" fact="0.024"/>
          <dgm:constr type="l" for="ch" forName="textaccent4" refType="w" fact="0.5593"/>
          <dgm:constr type="t" for="ch" forName="textaccent4" refType="h" fact="0.2042"/>
          <dgm:constr type="w" for="ch" forName="textaccent4" refType="w" fact="0.0189"/>
          <dgm:constr type="h" for="ch" forName="textaccent4" refType="h" fact="0.024"/>
          <dgm:constr type="l" for="ch" forName="imageaccent4" refType="w" fact="0.5901"/>
          <dgm:constr type="t" for="ch" forName="imageaccent4" refType="h" fact="0.2323"/>
          <dgm:constr type="w" for="ch" forName="imageaccent4" refType="w" fact="0.0189"/>
          <dgm:constr type="h" for="ch" forName="imageaccent4" refType="h" fact="0.024"/>
          <dgm:constr type="l" for="ch" forName="textaccent5" refType="w" fact="0.6989"/>
          <dgm:constr type="t" for="ch" forName="textaccent5" refType="h" fact="0.094"/>
          <dgm:constr type="w" for="ch" forName="textaccent5" refType="w" fact="0.0189"/>
          <dgm:constr type="h" for="ch" forName="textaccent5" refType="h" fact="0.024"/>
          <dgm:constr type="l" for="ch" forName="imageaccent5" refType="w" fact="0.7305"/>
          <dgm:constr type="t" for="ch" forName="imageaccent5" refType="h" fact="0.121"/>
          <dgm:constr type="w" for="ch" forName="imageaccent5" refType="w" fact="0.0189"/>
          <dgm:constr type="h" for="ch" forName="imageaccent5" refType="h" fact="0.024"/>
          <dgm:constr type="l" for="ch" forName="image6" refType="w" fact="0.5585"/>
          <dgm:constr type="t" for="ch" forName="image6" refType="h" fact="0.4548"/>
          <dgm:constr type="w" for="ch" forName="image6" refType="w" fact="0.1623"/>
          <dgm:constr type="h" for="ch" forName="image6" refType="h" fact="0.2049"/>
          <dgm:constr type="l" for="ch" forName="text6" refType="w" fact="0.6982"/>
          <dgm:constr type="t" for="ch" forName="text6" refType="h" fact="0.3426"/>
          <dgm:constr type="w" for="ch" forName="text6" refType="w" fact="0.1623"/>
          <dgm:constr type="h" for="ch" forName="text6" refType="h" fact="0.2049"/>
          <dgm:constr type="l" for="ch" forName="imageaccent6" refType="w" fact="0.7002"/>
          <dgm:constr type="t" for="ch" forName="imageaccent6" refType="h" fact="0.5447"/>
          <dgm:constr type="w" for="ch" forName="imageaccent6" refType="w" fact="0.0189"/>
          <dgm:constr type="h" for="ch" forName="imageaccent6" refType="h" fact="0.024"/>
          <dgm:constr type="l" for="ch" forName="textaccent6" refType="w" fact="0.7303"/>
          <dgm:constr type="t" for="ch" forName="textaccent6" refType="h" fact="0.5221"/>
          <dgm:constr type="w" for="ch" forName="textaccent6" refType="w" fact="0.0189"/>
          <dgm:constr type="h" for="ch" forName="textaccent6" refType="h" fact="0.024"/>
          <dgm:constr type="l" for="ch" forName="text7" refType="w" fact="0.2792"/>
          <dgm:constr type="t" for="ch" forName="text7" refType="h" fact="0.4535"/>
          <dgm:constr type="w" for="ch" forName="text7" refType="w" fact="0.1623"/>
          <dgm:constr type="h" for="ch" forName="text7" refType="h" fact="0.2049"/>
          <dgm:constr type="l" for="ch" forName="image7" refType="w" fact="0.1395"/>
          <dgm:constr type="t" for="ch" forName="image7" refType="h" fact="0.5674"/>
          <dgm:constr type="w" for="ch" forName="image7" refType="w" fact="0.1623"/>
          <dgm:constr type="h" for="ch" forName="image7" refType="h" fact="0.2049"/>
          <dgm:constr type="l" for="ch" forName="imageaccent7" refType="w" fact="0.25"/>
          <dgm:constr type="t" for="ch" forName="imageaccent7" refType="h" fact="0.5703"/>
          <dgm:constr type="w" for="ch" forName="imageaccent7" refType="w" fact="0.0189"/>
          <dgm:constr type="h" for="ch" forName="imageaccent7" refType="h" fact="0.024"/>
          <dgm:constr type="l" for="ch" forName="textaccent7" refType="w" fact="0.2838"/>
          <dgm:constr type="t" for="ch" forName="textaccent7" refType="h" fact="0.5443"/>
          <dgm:constr type="w" for="ch" forName="textaccent7" refType="w" fact="0.0189"/>
          <dgm:constr type="h" for="ch" forName="textaccent7" refType="h" fact="0.024"/>
          <dgm:constr type="l" for="ch" forName="image8" refType="w" fact="0.6975"/>
          <dgm:constr type="t" for="ch" forName="image8" refType="h" fact="0.5696"/>
          <dgm:constr type="w" for="ch" forName="image8" refType="w" fact="0.1623"/>
          <dgm:constr type="h" for="ch" forName="image8" refType="h" fact="0.2049"/>
          <dgm:constr type="l" for="ch" forName="text8" refType="w" fact="0.8371"/>
          <dgm:constr type="t" for="ch" forName="text8" refType="h" fact="0.4574"/>
          <dgm:constr type="w" for="ch" forName="text8" refType="w" fact="0.1623"/>
          <dgm:constr type="h" for="ch" forName="text8" refType="h" fact="0.2049"/>
          <dgm:constr type="l" for="ch" forName="imageaccent8" refType="w" fact="0.8392"/>
          <dgm:constr type="t" for="ch" forName="imageaccent8" refType="h" fact="0.6595"/>
          <dgm:constr type="w" for="ch" forName="imageaccent8" refType="w" fact="0.0189"/>
          <dgm:constr type="h" for="ch" forName="imageaccent8" refType="h" fact="0.024"/>
          <dgm:constr type="l" for="ch" forName="textaccent8" refType="w" fact="0.8693"/>
          <dgm:constr type="t" for="ch" forName="textaccent8" refType="h" fact="0.6369"/>
          <dgm:constr type="w" for="ch" forName="textaccent8" refType="w" fact="0.0189"/>
          <dgm:constr type="h" for="ch" forName="textaccent8" refType="h" fact="0.024"/>
          <dgm:constr type="l" for="ch" forName="text9" refType="w" fact="0.8377"/>
          <dgm:constr type="t" for="ch" forName="text9" refType="h" fact="0.0044"/>
          <dgm:constr type="w" for="ch" forName="text9" refType="w" fact="0.1623"/>
          <dgm:constr type="h" for="ch" forName="text9" refType="h" fact="0.2049"/>
          <dgm:constr type="l" for="ch" forName="textaccent9" refType="w" fact="0.95"/>
          <dgm:constr type="t" for="ch" forName="textaccent9" refType="h" fact="0.1846"/>
          <dgm:constr type="w" for="ch" forName="textaccent9" refType="w" fact="0.0189"/>
          <dgm:constr type="h" for="ch" forName="textaccent9" refType="h" fact="0.024"/>
          <dgm:constr type="l" for="ch" forName="image9" refType="w" fact="0.8377"/>
          <dgm:constr type="t" for="ch" forName="image9" refType="h" fact="0.2306"/>
          <dgm:constr type="w" for="ch" forName="image9" refType="w" fact="0.1623"/>
          <dgm:constr type="h" for="ch" forName="image9" refType="h" fact="0.2049"/>
          <dgm:constr type="l" for="ch" forName="imageaccent9" refType="w" fact="0.95"/>
          <dgm:constr type="t" for="ch" forName="imageaccent9" refType="h" fact="0.2318"/>
          <dgm:constr type="w" for="ch" forName="imageaccent9" refType="w" fact="0.0189"/>
          <dgm:constr type="h" for="ch" forName="imageaccent9" refType="h" fact="0.024"/>
          <dgm:constr type="l" for="ch" forName="image10" refType="w" fact="0.2786"/>
          <dgm:constr type="t" for="ch" forName="image10" refType="h" fact="0.6805"/>
          <dgm:constr type="w" for="ch" forName="image10" refType="w" fact="0.1623"/>
          <dgm:constr type="h" for="ch" forName="image10" refType="h" fact="0.2049"/>
          <dgm:constr type="l" for="ch" forName="text10" refType="w" fact="0.4183"/>
          <dgm:constr type="t" for="ch" forName="text10" refType="h" fact="0.5683"/>
          <dgm:constr type="w" for="ch" forName="text10" refType="w" fact="0.1623"/>
          <dgm:constr type="h" for="ch" forName="text10" refType="h" fact="0.2049"/>
          <dgm:constr type="l" for="ch" forName="imageaccent10" refType="w" fact="0.4203"/>
          <dgm:constr type="t" for="ch" forName="imageaccent10" refType="h" fact="0.7704"/>
          <dgm:constr type="w" for="ch" forName="imageaccent10" refType="w" fact="0.0189"/>
          <dgm:constr type="h" for="ch" forName="imageaccent10" refType="h" fact="0.024"/>
          <dgm:constr type="l" for="ch" forName="textaccent10" refType="w" fact="0.4504"/>
          <dgm:constr type="t" for="ch" forName="textaccent10" refType="h" fact="0.7478"/>
          <dgm:constr type="w" for="ch" forName="textaccent10" refType="w" fact="0.0189"/>
          <dgm:constr type="h" for="ch" forName="textaccent10" refType="h" fact="0.024"/>
          <dgm:constr type="l" for="ch" forName="text11" refType="w" fact="0.6971"/>
          <dgm:constr type="t" for="ch" forName="text11" refType="h" fact="0.7951"/>
          <dgm:constr type="w" for="ch" forName="text11" refType="w" fact="0.1623"/>
          <dgm:constr type="h" for="ch" forName="text11" refType="h" fact="0.2049"/>
          <dgm:constr type="l" for="ch" forName="image11" refType="w" fact="0.5575"/>
          <dgm:constr type="t" for="ch" forName="image11" refType="h" fact="0.6816"/>
          <dgm:constr type="w" for="ch" forName="image11" refType="w" fact="0.1623"/>
          <dgm:constr type="h" for="ch" forName="image11" refType="h" fact="0.2049"/>
          <dgm:constr type="l" for="ch" forName="imageaccent11" refType="w" fact="0.6692"/>
          <dgm:constr type="t" for="ch" forName="imageaccent11" refType="h" fact="0.8589"/>
          <dgm:constr type="w" for="ch" forName="imageaccent11" refType="w" fact="0.0189"/>
          <dgm:constr type="h" for="ch" forName="imageaccent11" refType="h" fact="0.024"/>
          <dgm:constr type="l" for="ch" forName="textaccent11" refType="w" fact="0.701"/>
          <dgm:constr type="t" for="ch" forName="textaccent11" refType="h" fact="0.8863"/>
          <dgm:constr type="w" for="ch" forName="textaccent11" refType="w" fact="0.0189"/>
          <dgm:constr type="h" for="ch" forName="textaccent11" refType="h" fact="0.024"/>
        </dgm:constrLst>
      </dgm:if>
      <dgm:else name="Name13">
        <dgm:alg type="composite">
          <dgm:param type="ar" val="1.675"/>
        </dgm:alg>
        <dgm:constrLst>
          <dgm:constr type="primFontSz" for="des" ptType="node" op="equ" val="65"/>
          <dgm:constr type="l" for="ch" forName="image4" refType="w" fact="0.4903"/>
          <dgm:constr type="t" for="ch" forName="image4" refType="h" fact="0.2287"/>
          <dgm:constr type="w" for="ch" forName="image4" refType="w" fact="0.1425"/>
          <dgm:constr type="h" for="ch" forName="image4" refType="h" fact="0.2049"/>
          <dgm:constr type="l" for="ch" forName="text5" refType="w" fact="0.4903"/>
          <dgm:constr type="t" for="ch" forName="text5" refType="h" fact="0.0022"/>
          <dgm:constr type="w" for="ch" forName="text5" refType="w" fact="0.1425"/>
          <dgm:constr type="h" for="ch" forName="text5" refType="h" fact="0.2049"/>
          <dgm:constr type="l" for="ch" forName="image5" refType="w" fact="0.6129"/>
          <dgm:constr type="t" for="ch" forName="image5" refType="h" fact="0.1165"/>
          <dgm:constr type="w" for="ch" forName="image5" refType="w" fact="0.1425"/>
          <dgm:constr type="h" for="ch" forName="image5" refType="h" fact="0.2049"/>
          <dgm:constr type="l" for="ch" forName="image2" refType="w" fact="0.3677"/>
          <dgm:constr type="t" for="ch" forName="image2" refType="h" fact="0.34"/>
          <dgm:constr type="w" for="ch" forName="image2" refType="w" fact="0.1425"/>
          <dgm:constr type="h" for="ch" forName="image2" refType="h" fact="0.2049"/>
          <dgm:constr type="l" for="ch" forName="text4" refType="w" fact="0.3677"/>
          <dgm:constr type="t" for="ch" forName="text4" refType="h" fact="0.1135"/>
          <dgm:constr type="w" for="ch" forName="text4" refType="w" fact="0.1425"/>
          <dgm:constr type="h" for="ch" forName="text4" refType="h" fact="0.2049"/>
          <dgm:constr type="l" for="ch" forName="text2" refType="w" fact="0.2452"/>
          <dgm:constr type="t" for="ch" forName="text2" refType="h" fact="0.2265"/>
          <dgm:constr type="w" for="ch" forName="text2" refType="w" fact="0.1425"/>
          <dgm:constr type="h" for="ch" forName="text2" refType="h" fact="0.2049"/>
          <dgm:constr type="l" for="ch" forName="image3" refType="w" fact="0.2452"/>
          <dgm:constr type="t" for="ch" forName="image3" refType="h" fact="0"/>
          <dgm:constr type="w" for="ch" forName="image3" refType="w" fact="0.1425"/>
          <dgm:constr type="h" for="ch" forName="image3" refType="h" fact="0.2049"/>
          <dgm:constr type="l" for="ch" forName="text1" refType="w" fact="0.1226"/>
          <dgm:constr type="t" for="ch" forName="text1" refType="h" fact="0.3404"/>
          <dgm:constr type="w" for="ch" forName="text1" refType="w" fact="0.1425"/>
          <dgm:constr type="h" for="ch" forName="text1" refType="h" fact="0.2049"/>
          <dgm:constr type="l" for="ch" forName="text3" refType="w" fact="0.1226"/>
          <dgm:constr type="t" for="ch" forName="text3" refType="h" fact="0.1139"/>
          <dgm:constr type="w" for="ch" forName="text3" refType="w" fact="0.1425"/>
          <dgm:constr type="h" for="ch" forName="text3" refType="h" fact="0.2049"/>
          <dgm:constr type="l" for="ch" forName="textaccent1" refType="w" fact="0.126"/>
          <dgm:constr type="t" for="ch" forName="textaccent1" refType="h" fact="0.432"/>
          <dgm:constr type="w" for="ch" forName="textaccent1" refType="w" fact="0.0166"/>
          <dgm:constr type="h" for="ch" forName="textaccent1" refType="h" fact="0.024"/>
          <dgm:constr type="l" for="ch" forName="image1" refType="w" fact="0"/>
          <dgm:constr type="t" for="ch" forName="image1" refType="h" fact="0.2272"/>
          <dgm:constr type="w" for="ch" forName="image1" refType="w" fact="0.1425"/>
          <dgm:constr type="h" for="ch" forName="image1" refType="h" fact="0.2049"/>
          <dgm:constr type="l" for="ch" forName="imageaccent1" refType="w" fact="0.0976"/>
          <dgm:constr type="t" for="ch" forName="imageaccent1" refType="h" fact="0.4048"/>
          <dgm:constr type="w" for="ch" forName="imageaccent1" refType="w" fact="0.0166"/>
          <dgm:constr type="h" for="ch" forName="imageaccent1" refType="h" fact="0.024"/>
          <dgm:constr type="l" for="ch" forName="textaccent2" refType="w" fact="0.3432"/>
          <dgm:constr type="t" for="ch" forName="textaccent2" refType="h" fact="0.4038"/>
          <dgm:constr type="w" for="ch" forName="textaccent2" refType="w" fact="0.0166"/>
          <dgm:constr type="h" for="ch" forName="textaccent2" refType="h" fact="0.024"/>
          <dgm:constr type="l" for="ch" forName="imageaccent2" refType="w" fact="0.3712"/>
          <dgm:constr type="t" for="ch" forName="imageaccent2" refType="h" fact="0.4312"/>
          <dgm:constr type="w" for="ch" forName="imageaccent2" refType="w" fact="0.0166"/>
          <dgm:constr type="h" for="ch" forName="imageaccent2" refType="h" fact="0.024"/>
          <dgm:constr type="l" for="ch" forName="textaccent3" refType="w" fact="0.2196"/>
          <dgm:constr type="t" for="ch" forName="textaccent3" refType="h" fact="0.1167"/>
          <dgm:constr type="w" for="ch" forName="textaccent3" refType="w" fact="0.0166"/>
          <dgm:constr type="h" for="ch" forName="textaccent3" refType="h" fact="0.024"/>
          <dgm:constr type="l" for="ch" forName="imageaccent3" refType="w" fact="0.2492"/>
          <dgm:constr type="t" for="ch" forName="imageaccent3" refType="h" fact="0.0908"/>
          <dgm:constr type="w" for="ch" forName="imageaccent3" refType="w" fact="0.0166"/>
          <dgm:constr type="h" for="ch" forName="imageaccent3" refType="h" fact="0.024"/>
          <dgm:constr type="l" for="ch" forName="textaccent4" refType="w" fact="0.491"/>
          <dgm:constr type="t" for="ch" forName="textaccent4" refType="h" fact="0.2042"/>
          <dgm:constr type="w" for="ch" forName="textaccent4" refType="w" fact="0.0166"/>
          <dgm:constr type="h" for="ch" forName="textaccent4" refType="h" fact="0.024"/>
          <dgm:constr type="l" for="ch" forName="imageaccent4" refType="w" fact="0.5181"/>
          <dgm:constr type="t" for="ch" forName="imageaccent4" refType="h" fact="0.2323"/>
          <dgm:constr type="w" for="ch" forName="imageaccent4" refType="w" fact="0.0166"/>
          <dgm:constr type="h" for="ch" forName="imageaccent4" refType="h" fact="0.024"/>
          <dgm:constr type="l" for="ch" forName="textaccent5" refType="w" fact="0.6136"/>
          <dgm:constr type="t" for="ch" forName="textaccent5" refType="h" fact="0.094"/>
          <dgm:constr type="w" for="ch" forName="textaccent5" refType="w" fact="0.0166"/>
          <dgm:constr type="h" for="ch" forName="textaccent5" refType="h" fact="0.024"/>
          <dgm:constr type="l" for="ch" forName="imageaccent5" refType="w" fact="0.6413"/>
          <dgm:constr type="t" for="ch" forName="imageaccent5" refType="h" fact="0.121"/>
          <dgm:constr type="w" for="ch" forName="imageaccent5" refType="w" fact="0.0166"/>
          <dgm:constr type="h" for="ch" forName="imageaccent5" refType="h" fact="0.024"/>
          <dgm:constr type="l" for="ch" forName="image6" refType="w" fact="0.4903"/>
          <dgm:constr type="t" for="ch" forName="image6" refType="h" fact="0.4548"/>
          <dgm:constr type="w" for="ch" forName="image6" refType="w" fact="0.1425"/>
          <dgm:constr type="h" for="ch" forName="image6" refType="h" fact="0.2049"/>
          <dgm:constr type="l" for="ch" forName="text6" refType="w" fact="0.6129"/>
          <dgm:constr type="t" for="ch" forName="text6" refType="h" fact="0.3426"/>
          <dgm:constr type="w" for="ch" forName="text6" refType="w" fact="0.1425"/>
          <dgm:constr type="h" for="ch" forName="text6" refType="h" fact="0.2049"/>
          <dgm:constr type="l" for="ch" forName="imageaccent6" refType="w" fact="0.6147"/>
          <dgm:constr type="t" for="ch" forName="imageaccent6" refType="h" fact="0.5447"/>
          <dgm:constr type="w" for="ch" forName="imageaccent6" refType="w" fact="0.0166"/>
          <dgm:constr type="h" for="ch" forName="imageaccent6" refType="h" fact="0.024"/>
          <dgm:constr type="l" for="ch" forName="textaccent6" refType="w" fact="0.6411"/>
          <dgm:constr type="t" for="ch" forName="textaccent6" refType="h" fact="0.5221"/>
          <dgm:constr type="w" for="ch" forName="textaccent6" refType="w" fact="0.0166"/>
          <dgm:constr type="h" for="ch" forName="textaccent6" refType="h" fact="0.024"/>
          <dgm:constr type="l" for="ch" forName="text7" refType="w" fact="0.2451"/>
          <dgm:constr type="t" for="ch" forName="text7" refType="h" fact="0.4535"/>
          <dgm:constr type="w" for="ch" forName="text7" refType="w" fact="0.1425"/>
          <dgm:constr type="h" for="ch" forName="text7" refType="h" fact="0.2049"/>
          <dgm:constr type="l" for="ch" forName="image7" refType="w" fact="0.1225"/>
          <dgm:constr type="t" for="ch" forName="image7" refType="h" fact="0.5674"/>
          <dgm:constr type="w" for="ch" forName="image7" refType="w" fact="0.1425"/>
          <dgm:constr type="h" for="ch" forName="image7" refType="h" fact="0.2049"/>
          <dgm:constr type="l" for="ch" forName="imageaccent7" refType="w" fact="0.2195"/>
          <dgm:constr type="t" for="ch" forName="imageaccent7" refType="h" fact="0.5703"/>
          <dgm:constr type="w" for="ch" forName="imageaccent7" refType="w" fact="0.0166"/>
          <dgm:constr type="h" for="ch" forName="imageaccent7" refType="h" fact="0.024"/>
          <dgm:constr type="l" for="ch" forName="textaccent7" refType="w" fact="0.2491"/>
          <dgm:constr type="t" for="ch" forName="textaccent7" refType="h" fact="0.5443"/>
          <dgm:constr type="w" for="ch" forName="textaccent7" refType="w" fact="0.0166"/>
          <dgm:constr type="h" for="ch" forName="textaccent7" refType="h" fact="0.024"/>
          <dgm:constr type="l" for="ch" forName="image8" refType="w" fact="0.6123"/>
          <dgm:constr type="t" for="ch" forName="image8" refType="h" fact="0.5696"/>
          <dgm:constr type="w" for="ch" forName="image8" refType="w" fact="0.1425"/>
          <dgm:constr type="h" for="ch" forName="image8" refType="h" fact="0.2049"/>
          <dgm:constr type="l" for="ch" forName="text8" refType="w" fact="0.7349"/>
          <dgm:constr type="t" for="ch" forName="text8" refType="h" fact="0.4574"/>
          <dgm:constr type="w" for="ch" forName="text8" refType="w" fact="0.1425"/>
          <dgm:constr type="h" for="ch" forName="text8" refType="h" fact="0.2049"/>
          <dgm:constr type="l" for="ch" forName="imageaccent8" refType="w" fact="0.7367"/>
          <dgm:constr type="t" for="ch" forName="imageaccent8" refType="h" fact="0.6595"/>
          <dgm:constr type="w" for="ch" forName="imageaccent8" refType="w" fact="0.0166"/>
          <dgm:constr type="h" for="ch" forName="imageaccent8" refType="h" fact="0.024"/>
          <dgm:constr type="l" for="ch" forName="textaccent8" refType="w" fact="0.7631"/>
          <dgm:constr type="t" for="ch" forName="textaccent8" refType="h" fact="0.6369"/>
          <dgm:constr type="w" for="ch" forName="textaccent8" refType="w" fact="0.0166"/>
          <dgm:constr type="h" for="ch" forName="textaccent8" refType="h" fact="0.024"/>
          <dgm:constr type="l" for="ch" forName="text9" refType="w" fact="0.7354"/>
          <dgm:constr type="t" for="ch" forName="text9" refType="h" fact="0.0044"/>
          <dgm:constr type="w" for="ch" forName="text9" refType="w" fact="0.1425"/>
          <dgm:constr type="h" for="ch" forName="text9" refType="h" fact="0.2049"/>
          <dgm:constr type="l" for="ch" forName="textaccent9" refType="w" fact="0.8339"/>
          <dgm:constr type="t" for="ch" forName="textaccent9" refType="h" fact="0.1846"/>
          <dgm:constr type="w" for="ch" forName="textaccent9" refType="w" fact="0.0166"/>
          <dgm:constr type="h" for="ch" forName="textaccent9" refType="h" fact="0.024"/>
          <dgm:constr type="l" for="ch" forName="image9" refType="w" fact="0.7354"/>
          <dgm:constr type="t" for="ch" forName="image9" refType="h" fact="0.2306"/>
          <dgm:constr type="w" for="ch" forName="image9" refType="w" fact="0.1425"/>
          <dgm:constr type="h" for="ch" forName="image9" refType="h" fact="0.2049"/>
          <dgm:constr type="l" for="ch" forName="imageaccent9" refType="w" fact="0.8339"/>
          <dgm:constr type="t" for="ch" forName="imageaccent9" refType="h" fact="0.2318"/>
          <dgm:constr type="w" for="ch" forName="imageaccent9" refType="w" fact="0.0166"/>
          <dgm:constr type="h" for="ch" forName="imageaccent9" refType="h" fact="0.024"/>
          <dgm:constr type="l" for="ch" forName="image10" refType="w" fact="0.2446"/>
          <dgm:constr type="t" for="ch" forName="image10" refType="h" fact="0.6805"/>
          <dgm:constr type="w" for="ch" forName="image10" refType="w" fact="0.1425"/>
          <dgm:constr type="h" for="ch" forName="image10" refType="h" fact="0.2049"/>
          <dgm:constr type="l" for="ch" forName="text10" refType="w" fact="0.3672"/>
          <dgm:constr type="t" for="ch" forName="text10" refType="h" fact="0.5683"/>
          <dgm:constr type="w" for="ch" forName="text10" refType="w" fact="0.1425"/>
          <dgm:constr type="h" for="ch" forName="text10" refType="h" fact="0.2049"/>
          <dgm:constr type="l" for="ch" forName="imageaccent10" refType="w" fact="0.369"/>
          <dgm:constr type="t" for="ch" forName="imageaccent10" refType="h" fact="0.7704"/>
          <dgm:constr type="w" for="ch" forName="imageaccent10" refType="w" fact="0.0166"/>
          <dgm:constr type="h" for="ch" forName="imageaccent10" refType="h" fact="0.024"/>
          <dgm:constr type="l" for="ch" forName="textaccent10" refType="w" fact="0.3954"/>
          <dgm:constr type="t" for="ch" forName="textaccent10" refType="h" fact="0.7478"/>
          <dgm:constr type="w" for="ch" forName="textaccent10" refType="w" fact="0.0166"/>
          <dgm:constr type="h" for="ch" forName="textaccent10" refType="h" fact="0.024"/>
          <dgm:constr type="l" for="ch" forName="text11" refType="w" fact="0.612"/>
          <dgm:constr type="t" for="ch" forName="text11" refType="h" fact="0.7951"/>
          <dgm:constr type="w" for="ch" forName="text11" refType="w" fact="0.1425"/>
          <dgm:constr type="h" for="ch" forName="text11" refType="h" fact="0.2049"/>
          <dgm:constr type="l" for="ch" forName="image11" refType="w" fact="0.4894"/>
          <dgm:constr type="t" for="ch" forName="image11" refType="h" fact="0.6816"/>
          <dgm:constr type="w" for="ch" forName="image11" refType="w" fact="0.1425"/>
          <dgm:constr type="h" for="ch" forName="image11" refType="h" fact="0.2049"/>
          <dgm:constr type="l" for="ch" forName="imageaccent11" refType="w" fact="0.5874"/>
          <dgm:constr type="t" for="ch" forName="imageaccent11" refType="h" fact="0.8589"/>
          <dgm:constr type="w" for="ch" forName="imageaccent11" refType="w" fact="0.0166"/>
          <dgm:constr type="h" for="ch" forName="imageaccent11" refType="h" fact="0.024"/>
          <dgm:constr type="l" for="ch" forName="textaccent11" refType="w" fact="0.6154"/>
          <dgm:constr type="t" for="ch" forName="textaccent11" refType="h" fact="0.8863"/>
          <dgm:constr type="w" for="ch" forName="textaccent11" refType="w" fact="0.0166"/>
          <dgm:constr type="h" for="ch" forName="textaccent11" refType="h" fact="0.024"/>
          <dgm:constr type="l" for="ch" forName="text12" refType="w" fact="0.735"/>
          <dgm:constr type="t" for="ch" forName="text12" refType="h" fact="0.684"/>
          <dgm:constr type="w" for="ch" forName="text12" refType="w" fact="0.1425"/>
          <dgm:constr type="h" for="ch" forName="text12" refType="h" fact="0.2049"/>
          <dgm:constr type="l" for="ch" forName="image12" refType="w" fact="0.8575"/>
          <dgm:constr type="t" for="ch" forName="image12" refType="h" fact="0.5718"/>
          <dgm:constr type="w" for="ch" forName="image12" refType="w" fact="0.1425"/>
          <dgm:constr type="h" for="ch" forName="image12" refType="h" fact="0.2049"/>
          <dgm:constr type="l" for="ch" forName="textaccent12" refType="w" fact="0.8594"/>
          <dgm:constr type="t" for="ch" forName="textaccent12" refType="h" fact="0.7739"/>
          <dgm:constr type="w" for="ch" forName="textaccent12" refType="w" fact="0.0166"/>
          <dgm:constr type="h" for="ch" forName="textaccent12" refType="h" fact="0.024"/>
          <dgm:constr type="l" for="ch" forName="imageaccent12" refType="w" fact="0.8858"/>
          <dgm:constr type="t" for="ch" forName="imageaccent12" refType="h" fact="0.7513"/>
          <dgm:constr type="w" for="ch" forName="imageaccent12" refType="w" fact="0.0166"/>
          <dgm:constr type="h" for="ch" forName="imageaccent12" refType="h" fact="0.024"/>
        </dgm:constrLst>
      </dgm:else>
    </dgm:choose>
    <dgm:forEach name="wrapper" axis="self" ptType="parTrans">
      <dgm:forEach name="wrapper2" axis="self" ptType="sibTrans" st="2">
        <dgm:forEach name="textRepeat" axis="self">
          <dgm:layoutNode name="textRepeatNode" styleLbl="alignNode1">
            <dgm:varLst>
              <dgm:chMax val="0"/>
              <dgm:chPref val="0"/>
              <dgm:bulletEnabled val="1"/>
            </dgm:varLst>
            <dgm:alg type="tx"/>
            <dgm:shape xmlns:r="http://schemas.openxmlformats.org/officeDocument/2006/relationships" type="hexagon" r:blip="">
              <dgm:adjLst>
                <dgm:adj idx="1" val="0.25"/>
                <dgm:adj idx="2" val="1.1547"/>
              </dgm:adjLst>
            </dgm:shape>
            <dgm:presOf axis="desOrSelf" ptType="node"/>
            <dgm:constrLst>
              <dgm:constr type="lMarg" refType="primFontSz" fact="0"/>
              <dgm:constr type="rMarg" refType="primFontSz" fact="0"/>
              <dgm:constr type="tMarg" refType="primFontSz" fact="0.1"/>
              <dgm:constr type="bMarg" refType="primFontSz" fact="0.1"/>
            </dgm:constrLst>
            <dgm:ruleLst>
              <dgm:rule type="primFontSz" val="5" fact="NaN" max="NaN"/>
            </dgm:ruleLst>
          </dgm:layoutNode>
        </dgm:forEach>
        <dgm:forEach name="accentRepeat" axis="self">
          <dgm:layoutNode name="accentRepeatNode" styleLbl="solidAlignAcc1">
            <dgm:alg type="sp"/>
            <dgm:shape xmlns:r="http://schemas.openxmlformats.org/officeDocument/2006/relationships" type="hexagon" r:blip="">
              <dgm:adjLst>
                <dgm:adj idx="1" val="0.25"/>
                <dgm:adj idx="2" val="1.1547"/>
              </dgm:adjLst>
            </dgm:shape>
            <dgm:presOf/>
          </dgm:layoutNode>
        </dgm:forEach>
        <dgm:forEach name="imageRepeat" axis="self">
          <dgm:layoutNode name="imageRepeatNode" styleLbl="alignAcc1">
            <dgm:alg type="sp"/>
            <dgm:shape xmlns:r="http://schemas.openxmlformats.org/officeDocument/2006/relationships" type="hexagon" r:blip="" blipPhldr="1">
              <dgm:adjLst>
                <dgm:adj idx="1" val="0.25"/>
                <dgm:adj idx="2" val="1.1547"/>
              </dgm:adjLst>
            </dgm:shape>
            <dgm:presOf axis="self"/>
          </dgm:layoutNode>
        </dgm:forEach>
      </dgm:forEach>
    </dgm:forEach>
    <dgm:forEach name="Name14" axis="ch" ptType="node" cnt="1">
      <dgm:layoutNode name="text1">
        <dgm:alg type="sp"/>
        <dgm:shape xmlns:r="http://schemas.openxmlformats.org/officeDocument/2006/relationships" r:blip="">
          <dgm:adjLst/>
        </dgm:shape>
        <dgm:presOf/>
        <dgm:constrLst/>
        <dgm:forEach name="Name15" ref="textRepeat"/>
      </dgm:layoutNode>
      <dgm:layoutNode name="textaccent1">
        <dgm:alg type="sp"/>
        <dgm:shape xmlns:r="http://schemas.openxmlformats.org/officeDocument/2006/relationships" r:blip="">
          <dgm:adjLst/>
        </dgm:shape>
        <dgm:presOf/>
        <dgm:constrLst/>
        <dgm:forEach name="Name16" ref="accentRepeat"/>
      </dgm:layoutNode>
    </dgm:forEach>
    <dgm:forEach name="Name17" axis="ch" ptType="sibTrans" hideLastTrans="0" cnt="1">
      <dgm:layoutNode name="image1">
        <dgm:alg type="sp"/>
        <dgm:shape xmlns:r="http://schemas.openxmlformats.org/officeDocument/2006/relationships" r:blip="">
          <dgm:adjLst/>
        </dgm:shape>
        <dgm:presOf/>
        <dgm:constrLst/>
        <dgm:forEach name="Name18" ref="imageRepeat"/>
      </dgm:layoutNode>
      <dgm:layoutNode name="imageaccent1">
        <dgm:alg type="sp"/>
        <dgm:shape xmlns:r="http://schemas.openxmlformats.org/officeDocument/2006/relationships" r:blip="">
          <dgm:adjLst/>
        </dgm:shape>
        <dgm:presOf/>
        <dgm:constrLst/>
        <dgm:forEach name="Name19" ref="accentRepeat"/>
      </dgm:layoutNode>
    </dgm:forEach>
    <dgm:forEach name="Name20" axis="ch" ptType="node" st="2" cnt="1">
      <dgm:layoutNode name="text2">
        <dgm:alg type="sp"/>
        <dgm:shape xmlns:r="http://schemas.openxmlformats.org/officeDocument/2006/relationships" r:blip="">
          <dgm:adjLst/>
        </dgm:shape>
        <dgm:presOf/>
        <dgm:constrLst/>
        <dgm:forEach name="Name21" ref="textRepeat"/>
      </dgm:layoutNode>
      <dgm:layoutNode name="textaccent2">
        <dgm:alg type="sp"/>
        <dgm:shape xmlns:r="http://schemas.openxmlformats.org/officeDocument/2006/relationships" r:blip="">
          <dgm:adjLst/>
        </dgm:shape>
        <dgm:presOf/>
        <dgm:constrLst/>
        <dgm:forEach name="Name22" ref="accentRepeat"/>
      </dgm:layoutNode>
    </dgm:forEach>
    <dgm:forEach name="Name23" axis="ch" ptType="sibTrans" hideLastTrans="0" st="2" cnt="1">
      <dgm:layoutNode name="image2">
        <dgm:alg type="sp"/>
        <dgm:shape xmlns:r="http://schemas.openxmlformats.org/officeDocument/2006/relationships" r:blip="">
          <dgm:adjLst/>
        </dgm:shape>
        <dgm:presOf/>
        <dgm:constrLst/>
        <dgm:forEach name="Name24" ref="imageRepeat"/>
      </dgm:layoutNode>
      <dgm:layoutNode name="imageaccent2">
        <dgm:alg type="sp"/>
        <dgm:shape xmlns:r="http://schemas.openxmlformats.org/officeDocument/2006/relationships" r:blip="">
          <dgm:adjLst/>
        </dgm:shape>
        <dgm:presOf/>
        <dgm:constrLst/>
        <dgm:forEach name="Name25" ref="accentRepeat"/>
      </dgm:layoutNode>
    </dgm:forEach>
    <dgm:forEach name="Name26" axis="ch" ptType="node" st="3" cnt="1">
      <dgm:layoutNode name="text3">
        <dgm:alg type="sp"/>
        <dgm:shape xmlns:r="http://schemas.openxmlformats.org/officeDocument/2006/relationships" r:blip="">
          <dgm:adjLst/>
        </dgm:shape>
        <dgm:presOf/>
        <dgm:constrLst/>
        <dgm:forEach name="Name27" ref="textRepeat"/>
      </dgm:layoutNode>
      <dgm:layoutNode name="textaccent3">
        <dgm:alg type="sp"/>
        <dgm:shape xmlns:r="http://schemas.openxmlformats.org/officeDocument/2006/relationships" r:blip="">
          <dgm:adjLst/>
        </dgm:shape>
        <dgm:presOf/>
        <dgm:constrLst/>
        <dgm:forEach name="Name28" ref="accentRepeat"/>
      </dgm:layoutNode>
    </dgm:forEach>
    <dgm:forEach name="Name29" axis="ch" ptType="sibTrans" hideLastTrans="0" st="3" cnt="1">
      <dgm:layoutNode name="image3">
        <dgm:alg type="sp"/>
        <dgm:shape xmlns:r="http://schemas.openxmlformats.org/officeDocument/2006/relationships" r:blip="">
          <dgm:adjLst/>
        </dgm:shape>
        <dgm:presOf/>
        <dgm:constrLst/>
        <dgm:forEach name="Name30" ref="imageRepeat"/>
      </dgm:layoutNode>
      <dgm:layoutNode name="imageaccent3">
        <dgm:alg type="sp"/>
        <dgm:shape xmlns:r="http://schemas.openxmlformats.org/officeDocument/2006/relationships" r:blip="">
          <dgm:adjLst/>
        </dgm:shape>
        <dgm:presOf/>
        <dgm:constrLst/>
        <dgm:forEach name="Name31" ref="accentRepeat"/>
      </dgm:layoutNode>
    </dgm:forEach>
    <dgm:forEach name="Name32" axis="ch" ptType="node" st="4" cnt="1">
      <dgm:layoutNode name="text4">
        <dgm:alg type="sp"/>
        <dgm:shape xmlns:r="http://schemas.openxmlformats.org/officeDocument/2006/relationships" r:blip="">
          <dgm:adjLst/>
        </dgm:shape>
        <dgm:presOf/>
        <dgm:constrLst/>
        <dgm:forEach name="Name33" ref="textRepeat"/>
      </dgm:layoutNode>
      <dgm:layoutNode name="textaccent4">
        <dgm:alg type="sp"/>
        <dgm:shape xmlns:r="http://schemas.openxmlformats.org/officeDocument/2006/relationships" r:blip="">
          <dgm:adjLst/>
        </dgm:shape>
        <dgm:presOf/>
        <dgm:constrLst/>
        <dgm:forEach name="Name34" ref="accentRepeat"/>
      </dgm:layoutNode>
    </dgm:forEach>
    <dgm:forEach name="Name35" axis="ch" ptType="sibTrans" hideLastTrans="0" st="4" cnt="1">
      <dgm:layoutNode name="image4">
        <dgm:alg type="sp"/>
        <dgm:shape xmlns:r="http://schemas.openxmlformats.org/officeDocument/2006/relationships" r:blip="">
          <dgm:adjLst/>
        </dgm:shape>
        <dgm:presOf/>
        <dgm:constrLst/>
        <dgm:forEach name="Name36" ref="imageRepeat"/>
      </dgm:layoutNode>
      <dgm:layoutNode name="imageaccent4">
        <dgm:alg type="sp"/>
        <dgm:shape xmlns:r="http://schemas.openxmlformats.org/officeDocument/2006/relationships" r:blip="">
          <dgm:adjLst/>
        </dgm:shape>
        <dgm:presOf/>
        <dgm:constrLst/>
        <dgm:forEach name="Name37" ref="accentRepeat"/>
      </dgm:layoutNode>
    </dgm:forEach>
    <dgm:forEach name="Name38" axis="ch" ptType="node" st="5" cnt="1">
      <dgm:layoutNode name="text5">
        <dgm:alg type="sp"/>
        <dgm:shape xmlns:r="http://schemas.openxmlformats.org/officeDocument/2006/relationships" r:blip="">
          <dgm:adjLst/>
        </dgm:shape>
        <dgm:presOf/>
        <dgm:constrLst/>
        <dgm:forEach name="Name39" ref="textRepeat"/>
      </dgm:layoutNode>
      <dgm:layoutNode name="textaccent5">
        <dgm:alg type="sp"/>
        <dgm:shape xmlns:r="http://schemas.openxmlformats.org/officeDocument/2006/relationships" r:blip="">
          <dgm:adjLst/>
        </dgm:shape>
        <dgm:presOf/>
        <dgm:constrLst/>
        <dgm:forEach name="Name40" ref="accentRepeat"/>
      </dgm:layoutNode>
    </dgm:forEach>
    <dgm:forEach name="Name41" axis="ch" ptType="sibTrans" hideLastTrans="0" st="5" cnt="1">
      <dgm:layoutNode name="image5">
        <dgm:alg type="sp"/>
        <dgm:shape xmlns:r="http://schemas.openxmlformats.org/officeDocument/2006/relationships" r:blip="">
          <dgm:adjLst/>
        </dgm:shape>
        <dgm:presOf/>
        <dgm:constrLst/>
        <dgm:forEach name="Name42" ref="imageRepeat"/>
      </dgm:layoutNode>
      <dgm:layoutNode name="imageaccent5">
        <dgm:alg type="sp"/>
        <dgm:shape xmlns:r="http://schemas.openxmlformats.org/officeDocument/2006/relationships" r:blip="">
          <dgm:adjLst/>
        </dgm:shape>
        <dgm:presOf/>
        <dgm:constrLst/>
        <dgm:forEach name="Name43" ref="accentRepeat"/>
      </dgm:layoutNode>
    </dgm:forEach>
    <dgm:forEach name="Name44" axis="ch" ptType="node" st="6" cnt="1">
      <dgm:layoutNode name="text6">
        <dgm:alg type="sp"/>
        <dgm:shape xmlns:r="http://schemas.openxmlformats.org/officeDocument/2006/relationships" r:blip="">
          <dgm:adjLst/>
        </dgm:shape>
        <dgm:presOf/>
        <dgm:constrLst/>
        <dgm:forEach name="Name45" ref="textRepeat"/>
      </dgm:layoutNode>
      <dgm:layoutNode name="textaccent6">
        <dgm:alg type="sp"/>
        <dgm:shape xmlns:r="http://schemas.openxmlformats.org/officeDocument/2006/relationships" r:blip="">
          <dgm:adjLst/>
        </dgm:shape>
        <dgm:presOf/>
        <dgm:constrLst/>
        <dgm:forEach name="Name46" ref="accentRepeat"/>
      </dgm:layoutNode>
    </dgm:forEach>
    <dgm:forEach name="Name47" axis="ch" ptType="sibTrans" hideLastTrans="0" st="6" cnt="1">
      <dgm:layoutNode name="image6">
        <dgm:alg type="sp"/>
        <dgm:shape xmlns:r="http://schemas.openxmlformats.org/officeDocument/2006/relationships" r:blip="">
          <dgm:adjLst/>
        </dgm:shape>
        <dgm:presOf/>
        <dgm:constrLst/>
        <dgm:forEach name="Name48" ref="imageRepeat"/>
      </dgm:layoutNode>
      <dgm:layoutNode name="imageaccent6">
        <dgm:alg type="sp"/>
        <dgm:shape xmlns:r="http://schemas.openxmlformats.org/officeDocument/2006/relationships" r:blip="">
          <dgm:adjLst/>
        </dgm:shape>
        <dgm:presOf/>
        <dgm:constrLst/>
        <dgm:forEach name="Name49" ref="accentRepeat"/>
      </dgm:layoutNode>
    </dgm:forEach>
    <dgm:forEach name="Name50" axis="ch" ptType="node" st="7" cnt="1">
      <dgm:layoutNode name="text7">
        <dgm:alg type="sp"/>
        <dgm:shape xmlns:r="http://schemas.openxmlformats.org/officeDocument/2006/relationships" r:blip="">
          <dgm:adjLst/>
        </dgm:shape>
        <dgm:presOf/>
        <dgm:constrLst/>
        <dgm:forEach name="Name51" ref="textRepeat"/>
      </dgm:layoutNode>
      <dgm:layoutNode name="textaccent7">
        <dgm:alg type="sp"/>
        <dgm:shape xmlns:r="http://schemas.openxmlformats.org/officeDocument/2006/relationships" r:blip="">
          <dgm:adjLst/>
        </dgm:shape>
        <dgm:presOf/>
        <dgm:constrLst/>
        <dgm:forEach name="Name52" ref="accentRepeat"/>
      </dgm:layoutNode>
    </dgm:forEach>
    <dgm:forEach name="Name53" axis="ch" ptType="sibTrans" hideLastTrans="0" st="7" cnt="1">
      <dgm:layoutNode name="image7">
        <dgm:alg type="sp"/>
        <dgm:shape xmlns:r="http://schemas.openxmlformats.org/officeDocument/2006/relationships" r:blip="">
          <dgm:adjLst/>
        </dgm:shape>
        <dgm:presOf/>
        <dgm:constrLst/>
        <dgm:forEach name="Name54" ref="imageRepeat"/>
      </dgm:layoutNode>
      <dgm:layoutNode name="imageaccent7">
        <dgm:alg type="sp"/>
        <dgm:shape xmlns:r="http://schemas.openxmlformats.org/officeDocument/2006/relationships" r:blip="">
          <dgm:adjLst/>
        </dgm:shape>
        <dgm:presOf/>
        <dgm:constrLst/>
        <dgm:forEach name="Name55" ref="accentRepeat"/>
      </dgm:layoutNode>
    </dgm:forEach>
    <dgm:forEach name="Name56" axis="ch" ptType="node" st="8" cnt="1">
      <dgm:layoutNode name="text8">
        <dgm:alg type="sp"/>
        <dgm:shape xmlns:r="http://schemas.openxmlformats.org/officeDocument/2006/relationships" r:blip="">
          <dgm:adjLst/>
        </dgm:shape>
        <dgm:presOf/>
        <dgm:constrLst/>
        <dgm:forEach name="Name57" ref="textRepeat"/>
      </dgm:layoutNode>
      <dgm:layoutNode name="textaccent8">
        <dgm:alg type="sp"/>
        <dgm:shape xmlns:r="http://schemas.openxmlformats.org/officeDocument/2006/relationships" r:blip="">
          <dgm:adjLst/>
        </dgm:shape>
        <dgm:presOf/>
        <dgm:constrLst/>
        <dgm:forEach name="Name58" ref="accentRepeat"/>
      </dgm:layoutNode>
    </dgm:forEach>
    <dgm:forEach name="Name59" axis="ch" ptType="sibTrans" hideLastTrans="0" st="8" cnt="1">
      <dgm:layoutNode name="image8">
        <dgm:alg type="sp"/>
        <dgm:shape xmlns:r="http://schemas.openxmlformats.org/officeDocument/2006/relationships" r:blip="">
          <dgm:adjLst/>
        </dgm:shape>
        <dgm:presOf/>
        <dgm:constrLst/>
        <dgm:forEach name="Name60" ref="imageRepeat"/>
      </dgm:layoutNode>
      <dgm:layoutNode name="imageaccent8">
        <dgm:alg type="sp"/>
        <dgm:shape xmlns:r="http://schemas.openxmlformats.org/officeDocument/2006/relationships" r:blip="">
          <dgm:adjLst/>
        </dgm:shape>
        <dgm:presOf/>
        <dgm:constrLst/>
        <dgm:forEach name="Name61" ref="accentRepeat"/>
      </dgm:layoutNode>
    </dgm:forEach>
    <dgm:forEach name="Name62" axis="ch" ptType="node" st="9" cnt="1">
      <dgm:layoutNode name="text9">
        <dgm:alg type="sp"/>
        <dgm:shape xmlns:r="http://schemas.openxmlformats.org/officeDocument/2006/relationships" r:blip="">
          <dgm:adjLst/>
        </dgm:shape>
        <dgm:presOf/>
        <dgm:constrLst/>
        <dgm:forEach name="Name63" ref="textRepeat"/>
      </dgm:layoutNode>
      <dgm:layoutNode name="textaccent9">
        <dgm:alg type="sp"/>
        <dgm:shape xmlns:r="http://schemas.openxmlformats.org/officeDocument/2006/relationships" r:blip="">
          <dgm:adjLst/>
        </dgm:shape>
        <dgm:presOf/>
        <dgm:constrLst/>
        <dgm:forEach name="Name64" ref="accentRepeat"/>
      </dgm:layoutNode>
    </dgm:forEach>
    <dgm:forEach name="Name65" axis="ch" ptType="sibTrans" hideLastTrans="0" st="9" cnt="1">
      <dgm:layoutNode name="image9">
        <dgm:alg type="sp"/>
        <dgm:shape xmlns:r="http://schemas.openxmlformats.org/officeDocument/2006/relationships" r:blip="">
          <dgm:adjLst/>
        </dgm:shape>
        <dgm:presOf/>
        <dgm:constrLst/>
        <dgm:forEach name="Name66" ref="imageRepeat"/>
      </dgm:layoutNode>
      <dgm:layoutNode name="imageaccent9">
        <dgm:alg type="sp"/>
        <dgm:shape xmlns:r="http://schemas.openxmlformats.org/officeDocument/2006/relationships" r:blip="">
          <dgm:adjLst/>
        </dgm:shape>
        <dgm:presOf/>
        <dgm:constrLst/>
        <dgm:forEach name="Name67" ref="accentRepeat"/>
      </dgm:layoutNode>
    </dgm:forEach>
    <dgm:forEach name="Name68" axis="ch" ptType="node" st="10" cnt="1">
      <dgm:layoutNode name="text10">
        <dgm:alg type="sp"/>
        <dgm:shape xmlns:r="http://schemas.openxmlformats.org/officeDocument/2006/relationships" r:blip="">
          <dgm:adjLst/>
        </dgm:shape>
        <dgm:presOf/>
        <dgm:constrLst/>
        <dgm:forEach name="Name69" ref="textRepeat"/>
      </dgm:layoutNode>
      <dgm:layoutNode name="textaccent10">
        <dgm:alg type="sp"/>
        <dgm:shape xmlns:r="http://schemas.openxmlformats.org/officeDocument/2006/relationships" r:blip="">
          <dgm:adjLst/>
        </dgm:shape>
        <dgm:presOf/>
        <dgm:constrLst/>
        <dgm:forEach name="Name70" ref="accentRepeat"/>
      </dgm:layoutNode>
    </dgm:forEach>
    <dgm:forEach name="Name71" axis="ch" ptType="sibTrans" hideLastTrans="0" st="10" cnt="1">
      <dgm:layoutNode name="image10">
        <dgm:alg type="sp"/>
        <dgm:shape xmlns:r="http://schemas.openxmlformats.org/officeDocument/2006/relationships" r:blip="">
          <dgm:adjLst/>
        </dgm:shape>
        <dgm:presOf/>
        <dgm:constrLst/>
        <dgm:forEach name="Name72" ref="imageRepeat"/>
      </dgm:layoutNode>
      <dgm:layoutNode name="imageaccent10">
        <dgm:alg type="sp"/>
        <dgm:shape xmlns:r="http://schemas.openxmlformats.org/officeDocument/2006/relationships" r:blip="">
          <dgm:adjLst/>
        </dgm:shape>
        <dgm:presOf/>
        <dgm:constrLst/>
        <dgm:forEach name="Name73" ref="accentRepeat"/>
      </dgm:layoutNode>
    </dgm:forEach>
    <dgm:forEach name="Name74" axis="ch" ptType="node" st="11" cnt="1">
      <dgm:layoutNode name="text11">
        <dgm:alg type="sp"/>
        <dgm:shape xmlns:r="http://schemas.openxmlformats.org/officeDocument/2006/relationships" r:blip="">
          <dgm:adjLst/>
        </dgm:shape>
        <dgm:presOf/>
        <dgm:constrLst/>
        <dgm:forEach name="Name75" ref="textRepeat"/>
      </dgm:layoutNode>
      <dgm:layoutNode name="textaccent11">
        <dgm:alg type="sp"/>
        <dgm:shape xmlns:r="http://schemas.openxmlformats.org/officeDocument/2006/relationships" r:blip="">
          <dgm:adjLst/>
        </dgm:shape>
        <dgm:presOf/>
        <dgm:constrLst/>
        <dgm:forEach name="Name76" ref="accentRepeat"/>
      </dgm:layoutNode>
    </dgm:forEach>
    <dgm:forEach name="Name77" axis="ch" ptType="sibTrans" hideLastTrans="0" st="11" cnt="1">
      <dgm:layoutNode name="image11">
        <dgm:alg type="sp"/>
        <dgm:shape xmlns:r="http://schemas.openxmlformats.org/officeDocument/2006/relationships" r:blip="">
          <dgm:adjLst/>
        </dgm:shape>
        <dgm:presOf/>
        <dgm:constrLst/>
        <dgm:forEach name="Name78" ref="imageRepeat"/>
      </dgm:layoutNode>
      <dgm:layoutNode name="imageaccent11">
        <dgm:alg type="sp"/>
        <dgm:shape xmlns:r="http://schemas.openxmlformats.org/officeDocument/2006/relationships" r:blip="">
          <dgm:adjLst/>
        </dgm:shape>
        <dgm:presOf/>
        <dgm:constrLst/>
        <dgm:forEach name="Name79" ref="accentRepeat"/>
      </dgm:layoutNode>
    </dgm:forEach>
    <dgm:forEach name="Name80" axis="ch" ptType="node" st="12" cnt="1">
      <dgm:layoutNode name="text12">
        <dgm:alg type="sp"/>
        <dgm:shape xmlns:r="http://schemas.openxmlformats.org/officeDocument/2006/relationships" r:blip="">
          <dgm:adjLst/>
        </dgm:shape>
        <dgm:presOf/>
        <dgm:constrLst/>
        <dgm:forEach name="Name81" ref="textRepeat"/>
      </dgm:layoutNode>
      <dgm:layoutNode name="textaccent12">
        <dgm:alg type="sp"/>
        <dgm:shape xmlns:r="http://schemas.openxmlformats.org/officeDocument/2006/relationships" r:blip="">
          <dgm:adjLst/>
        </dgm:shape>
        <dgm:presOf/>
        <dgm:constrLst/>
        <dgm:forEach name="Name82" ref="accentRepeat"/>
      </dgm:layoutNode>
    </dgm:forEach>
    <dgm:forEach name="Name83" axis="ch" ptType="sibTrans" hideLastTrans="0" st="12" cnt="1">
      <dgm:layoutNode name="image12">
        <dgm:alg type="sp"/>
        <dgm:shape xmlns:r="http://schemas.openxmlformats.org/officeDocument/2006/relationships" r:blip="">
          <dgm:adjLst/>
        </dgm:shape>
        <dgm:presOf/>
        <dgm:constrLst/>
        <dgm:forEach name="Name84" ref="imageRepeat"/>
      </dgm:layoutNode>
      <dgm:layoutNode name="imageaccent12">
        <dgm:alg type="sp"/>
        <dgm:shape xmlns:r="http://schemas.openxmlformats.org/officeDocument/2006/relationships" r:blip="">
          <dgm:adjLst/>
        </dgm:shape>
        <dgm:presOf/>
        <dgm:constrLst/>
        <dgm:forEach name="Name85" ref="accent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1" y="1"/>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3" name="Rectangle 3"/>
          <p:cNvSpPr>
            <a:spLocks noGrp="1" noChangeArrowheads="1"/>
          </p:cNvSpPr>
          <p:nvPr>
            <p:ph type="dt" sz="quarter" idx="1"/>
          </p:nvPr>
        </p:nvSpPr>
        <p:spPr bwMode="auto">
          <a:xfrm>
            <a:off x="4021139" y="1"/>
            <a:ext cx="3076575" cy="51276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lvl1pPr algn="r" defTabSz="968375" fontAlgn="base">
              <a:defRPr sz="1300">
                <a:latin typeface="Arial" charset="0"/>
                <a:ea typeface="宋体" pitchFamily="2" charset="-122"/>
              </a:defRPr>
            </a:lvl1pPr>
          </a:lstStyle>
          <a:p>
            <a:pPr>
              <a:defRPr/>
            </a:pPr>
            <a:endParaRPr lang="en-US" altLang="zh-CN"/>
          </a:p>
        </p:txBody>
      </p:sp>
      <p:sp>
        <p:nvSpPr>
          <p:cNvPr id="512004" name="Rectangle 4"/>
          <p:cNvSpPr>
            <a:spLocks noGrp="1" noChangeArrowheads="1"/>
          </p:cNvSpPr>
          <p:nvPr>
            <p:ph type="ftr" sz="quarter" idx="2"/>
          </p:nvPr>
        </p:nvSpPr>
        <p:spPr bwMode="auto">
          <a:xfrm>
            <a:off x="1" y="9720263"/>
            <a:ext cx="3076575" cy="512761"/>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defTabSz="968375" fontAlgn="base">
              <a:defRPr sz="1300">
                <a:latin typeface="Arial" charset="0"/>
                <a:ea typeface="宋体" pitchFamily="2" charset="-122"/>
              </a:defRPr>
            </a:lvl1pPr>
          </a:lstStyle>
          <a:p>
            <a:pPr>
              <a:defRPr/>
            </a:pPr>
            <a:endParaRPr lang="en-US" altLang="zh-CN"/>
          </a:p>
        </p:txBody>
      </p:sp>
      <p:sp>
        <p:nvSpPr>
          <p:cNvPr id="512005" name="Rectangle 5"/>
          <p:cNvSpPr>
            <a:spLocks noGrp="1" noChangeArrowheads="1"/>
          </p:cNvSpPr>
          <p:nvPr>
            <p:ph type="sldNum" sz="quarter" idx="3"/>
          </p:nvPr>
        </p:nvSpPr>
        <p:spPr bwMode="auto">
          <a:xfrm>
            <a:off x="4021139" y="9720263"/>
            <a:ext cx="3076575" cy="512761"/>
          </a:xfrm>
          <a:prstGeom prst="rect">
            <a:avLst/>
          </a:prstGeom>
          <a:noFill/>
          <a:ln w="9525">
            <a:noFill/>
            <a:miter lim="800000"/>
            <a:headEnd/>
            <a:tailEnd/>
          </a:ln>
          <a:effectLst/>
        </p:spPr>
        <p:txBody>
          <a:bodyPr vert="horz" wrap="square" lIns="96791" tIns="48396" rIns="96791" bIns="48396" numCol="1" anchor="b" anchorCtr="0" compatLnSpc="1">
            <a:prstTxWarp prst="textNoShape">
              <a:avLst/>
            </a:prstTxWarp>
          </a:bodyPr>
          <a:lstStyle>
            <a:lvl1pPr algn="r" defTabSz="968375" fontAlgn="base">
              <a:defRPr sz="1300">
                <a:latin typeface="Arial" charset="0"/>
                <a:ea typeface="宋体" pitchFamily="2" charset="-122"/>
              </a:defRPr>
            </a:lvl1pPr>
          </a:lstStyle>
          <a:p>
            <a:pPr>
              <a:defRPr/>
            </a:pPr>
            <a:fld id="{DFB0E886-5559-4133-9D2D-4B2631545D0E}" type="slidenum">
              <a:rPr lang="en-US" altLang="zh-CN"/>
              <a:pPr>
                <a:defRPr/>
              </a:pPr>
              <a:t>‹#›</a:t>
            </a:fld>
            <a:endParaRPr lang="en-US" altLang="zh-CN"/>
          </a:p>
        </p:txBody>
      </p:sp>
    </p:spTree>
    <p:extLst>
      <p:ext uri="{BB962C8B-B14F-4D97-AF65-F5344CB8AC3E}">
        <p14:creationId xmlns:p14="http://schemas.microsoft.com/office/powerpoint/2010/main" val="289474438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10" name="Rectangle 4"/>
          <p:cNvSpPr>
            <a:spLocks noGrp="1" noRot="1" noChangeAspect="1" noChangeArrowheads="1" noTextEdit="1"/>
          </p:cNvSpPr>
          <p:nvPr>
            <p:ph type="sldImg" idx="2"/>
          </p:nvPr>
        </p:nvSpPr>
        <p:spPr bwMode="auto">
          <a:xfrm>
            <a:off x="376238" y="768350"/>
            <a:ext cx="6346825" cy="3570288"/>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376902" y="4613252"/>
            <a:ext cx="6345498" cy="4853013"/>
          </a:xfrm>
          <a:prstGeom prst="rect">
            <a:avLst/>
          </a:prstGeom>
          <a:noFill/>
          <a:ln w="9525">
            <a:noFill/>
            <a:miter lim="800000"/>
            <a:headEnd/>
            <a:tailEnd/>
          </a:ln>
          <a:effectLst/>
        </p:spPr>
        <p:txBody>
          <a:bodyPr vert="horz" wrap="square" lIns="96791" tIns="48396" rIns="96791" bIns="48396" numCol="1" anchor="t" anchorCtr="0" compatLnSpc="1">
            <a:prstTxWarp prst="textNoShape">
              <a:avLst/>
            </a:prstTxWarp>
          </a:bodyPr>
          <a:lstStyle/>
          <a:p>
            <a:pPr lvl="0"/>
            <a:r>
              <a:rPr lang="en-US" altLang="zh-CN" noProof="0" dirty="0"/>
              <a:t>Click here to add content</a:t>
            </a:r>
          </a:p>
          <a:p>
            <a:pPr lvl="1"/>
            <a:r>
              <a:rPr lang="en-US" altLang="zh-CN" noProof="0" dirty="0"/>
              <a:t>Click here to add content</a:t>
            </a:r>
          </a:p>
          <a:p>
            <a:pPr lvl="2"/>
            <a:r>
              <a:rPr lang="en-US" altLang="zh-CN" noProof="0" dirty="0"/>
              <a:t>Click here to add content</a:t>
            </a:r>
          </a:p>
        </p:txBody>
      </p:sp>
    </p:spTree>
    <p:extLst>
      <p:ext uri="{BB962C8B-B14F-4D97-AF65-F5344CB8AC3E}">
        <p14:creationId xmlns:p14="http://schemas.microsoft.com/office/powerpoint/2010/main" val="688167284"/>
      </p:ext>
    </p:extLst>
  </p:cSld>
  <p:clrMap bg1="lt1" tx1="dk1" bg2="lt2" tx2="dk2" accent1="accent1" accent2="accent2" accent3="accent3" accent4="accent4" accent5="accent5" accent6="accent6" hlink="hlink" folHlink="folHlink"/>
  <p:hf sldNum="0" hdr="0" ftr="0" dt="0"/>
  <p:notesStyle>
    <a:lvl1pPr marL="180975" indent="-180975" algn="just" rtl="0" eaLnBrk="0" fontAlgn="base" hangingPunct="1">
      <a:lnSpc>
        <a:spcPct val="125000"/>
      </a:lnSpc>
      <a:spcBef>
        <a:spcPct val="0"/>
      </a:spcBef>
      <a:spcAft>
        <a:spcPts val="600"/>
      </a:spcAft>
      <a:buSzPct val="60000"/>
      <a:buFont typeface="Wingdings" pitchFamily="2" charset="2"/>
      <a:buChar char="l"/>
      <a:defRPr sz="1100" kern="1200">
        <a:solidFill>
          <a:schemeClr val="tx1"/>
        </a:solidFill>
        <a:latin typeface="+mn-ea"/>
        <a:ea typeface="+mn-ea"/>
        <a:cs typeface="+mn-cs"/>
      </a:defRPr>
    </a:lvl1pPr>
    <a:lvl2pPr marL="541338" indent="-180975" algn="just" rtl="0" eaLnBrk="0" fontAlgn="base" hangingPunct="1">
      <a:lnSpc>
        <a:spcPct val="125000"/>
      </a:lnSpc>
      <a:spcBef>
        <a:spcPct val="0"/>
      </a:spcBef>
      <a:spcAft>
        <a:spcPts val="600"/>
      </a:spcAft>
      <a:buSzPct val="50000"/>
      <a:buFont typeface="Wingdings" pitchFamily="2" charset="2"/>
      <a:buChar char="p"/>
      <a:defRPr sz="1100" kern="1200">
        <a:solidFill>
          <a:schemeClr val="tx1"/>
        </a:solidFill>
        <a:latin typeface="+mn-ea"/>
        <a:ea typeface="+mn-ea"/>
        <a:cs typeface="+mn-cs"/>
      </a:defRPr>
    </a:lvl2pPr>
    <a:lvl3pPr marL="895350" indent="-174625" algn="just" rtl="0" eaLnBrk="0" fontAlgn="base" hangingPunct="1">
      <a:lnSpc>
        <a:spcPct val="125000"/>
      </a:lnSpc>
      <a:spcBef>
        <a:spcPct val="0"/>
      </a:spcBef>
      <a:spcAft>
        <a:spcPts val="600"/>
      </a:spcAft>
      <a:buSzPct val="50000"/>
      <a:buFont typeface="Wingdings" pitchFamily="2" charset="2"/>
      <a:buChar char="n"/>
      <a:defRPr sz="1100" kern="1200">
        <a:solidFill>
          <a:schemeClr val="tx1"/>
        </a:solidFill>
        <a:latin typeface="+mn-ea"/>
        <a:ea typeface="+mn-ea"/>
        <a:cs typeface="+mn-cs"/>
      </a:defRPr>
    </a:lvl3pPr>
    <a:lvl4pPr marL="16002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4pPr>
    <a:lvl5pPr marL="2057400" indent="-228600" algn="just" rtl="0" eaLnBrk="0" fontAlgn="base" hangingPunct="0">
      <a:spcBef>
        <a:spcPct val="30000"/>
      </a:spcBef>
      <a:spcAft>
        <a:spcPct val="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pos="755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274409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852700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357424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2216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Today, servers are in wide use. Online games, websites, and most software need to be stored on servers. Some enterprises may deploy their own servers and store the most important work-related documents on hard disks of these servers.</a:t>
            </a:r>
          </a:p>
          <a:p>
            <a:r>
              <a:rPr lang="en-US" altLang="zh-CN"/>
              <a:t>All servers are, to put it simply, just like the computers we use from day to day, but with better stability, security, and data processing performance. Our home computers can also be used as servers if a server system is installed. However, as mentioned already, servers have high requirements on hardware stability and quality. Common computers cannot stay powered on for a long time, and important data is generally stored on servers. Therefore, common computers are not suitable for use as servers.</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40634896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Availability: A server must be reliable because it provides services to the clients on the entire network, not to the users who log in to the server. The server must not be interrupted as long as there are users on the network. In some scenarios, a server cannot be interrupted even if nobody is using the server. This is because the server must continuously provide services for users. Servers in some large enterprises, such as website servers and web servers used by public users, need to provide 24/7 services.</a:t>
            </a:r>
          </a:p>
          <a:p>
            <a:r>
              <a:rPr lang="en-US" altLang="zh-CN" dirty="0"/>
              <a:t>Usability: A server needs to provide services to multiple users and therefore requires high connection and computing performance. When using a PC, we sometimes feel it is slow. If a server has the same performance as a PC, can it be accessed by so many users at the same time? The answer is obviously no. Therefore, the performance of a server must be much higher than that of a PC. To achieve high-speed performance, a symmetric multiprocessor is installed and a large number of high-speed memory modules are inserted to improve the processing capability.</a:t>
            </a:r>
          </a:p>
          <a:p>
            <a:r>
              <a:rPr lang="en-US" altLang="zh-CN" dirty="0"/>
              <a:t>Scalability: With the continuous development of services and the increasing number of users, servers should be scalable. To ensure high scalability, a server must provide scalable space and redundant parts (such as disk array space, PCI-E slots, and memory slots). </a:t>
            </a:r>
          </a:p>
          <a:p>
            <a:r>
              <a:rPr lang="en-US" altLang="zh-CN" dirty="0"/>
              <a:t>Manageability: To ensure high reliability of services, a server must support technologies that common PCs cannot, such as two-node cluster backup, system backup, online diagnosis, and fault warning. Faults in a server should be rectified without having to shut the server down.</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500284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16717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376902" y="4613252"/>
            <a:ext cx="6345498" cy="5076562"/>
          </a:xfrm>
        </p:spPr>
        <p:txBody>
          <a:bodyPr/>
          <a:lstStyle/>
          <a:p>
            <a:r>
              <a:rPr lang="en-US" altLang="zh-CN" dirty="0"/>
              <a:t>Entry-level server: Small departments typically use an entry-level server for file and printing services. Generally, an entry-level server will suffice.</a:t>
            </a:r>
          </a:p>
          <a:p>
            <a:r>
              <a:rPr lang="en-US" altLang="zh-CN" dirty="0"/>
              <a:t>Work group server: If the application is not complex, for example, no large database needs to be managed, a work group server is usually used.</a:t>
            </a:r>
          </a:p>
          <a:p>
            <a:r>
              <a:rPr lang="en-US" altLang="zh-CN" dirty="0"/>
              <a:t>Department-level server: Department-level servers feature high availability, reliability, scalability, and manageability. They are applicable to websites and data centers of medium-sized enterprises.</a:t>
            </a:r>
          </a:p>
          <a:p>
            <a:r>
              <a:rPr lang="en-US" altLang="zh-CN" dirty="0"/>
              <a:t>Enterprise-level server: Enterprise-level servers are mainly used in large enterprises and industries with important services (such as finance, transportation, and communications), for which a large amount of data must be processed and there is a high requirement for fast processing as well as high reliability.</a:t>
            </a:r>
          </a:p>
          <a:p>
            <a:r>
              <a:rPr lang="en-US" altLang="zh-CN" dirty="0"/>
              <a:t>x86 server: A CISC server, that is, a PC server. Such a server uses Intel or other processors that are compatible with the x86 instruction set.</a:t>
            </a:r>
          </a:p>
          <a:p>
            <a:r>
              <a:rPr lang="en-US" altLang="zh-CN" dirty="0"/>
              <a:t>Non-x86 servers: include mainframe, midrange, and Unix servers. They use RISC or EPIC processors.</a:t>
            </a:r>
          </a:p>
          <a:p>
            <a:r>
              <a:rPr lang="en-US" altLang="zh-CN" dirty="0"/>
              <a:t>General-purpose server: Not designed for a specific service and can provide various service functions.</a:t>
            </a:r>
          </a:p>
          <a:p>
            <a:r>
              <a:rPr lang="en-US" altLang="zh-CN" dirty="0"/>
              <a:t>Function server: Specially designed for providing one or several functions and supports plug-and-play, eliminating the need for trained personnel to configure software and hardware.</a:t>
            </a:r>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027408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19834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878047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07276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11341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Trojan horse: A Trojan horse is a program or command procedure that appears harmless, but is in fact malicious. It contains hidden code that, when invoked, performs an unwanted or harmful function.</a:t>
            </a:r>
          </a:p>
          <a:p>
            <a:r>
              <a:rPr lang="en-US" altLang="zh-CN"/>
              <a:t>Worm: A worm is a virus program that can replicate itself and send copies from computer to computer across network connections.</a:t>
            </a:r>
          </a:p>
          <a:p>
            <a:r>
              <a:rPr lang="en-US" altLang="zh-CN"/>
              <a:t>Virus: A virus is an aggressive program that embeds a copy of itself in other files to infect computer systems.</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865337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43314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81452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An attack that causes denial of service is called a DoS attack. A DoS attack is designed to disrupt a computer or network service.</a:t>
            </a:r>
            <a:endParaRPr lang="zh-CN" altLang="zh-CN"/>
          </a:p>
          <a:p>
            <a:pPr lvl="0"/>
            <a:r>
              <a:rPr lang="en-US" altLang="zh-CN"/>
              <a:t>Most DoS attacks are based on flooding a network with requests in order to disrupt its systems; however, it is difficult for individual hackers to overload high-bandwidth resources. To overcome this disadvantage, DoS attackers develop distributed denial-of-service (DDoS) attacks.</a:t>
            </a:r>
            <a:endParaRPr lang="zh-CN" altLang="zh-CN"/>
          </a:p>
          <a:p>
            <a:pPr lvl="0"/>
            <a:r>
              <a:rPr lang="en-US" altLang="zh-CN"/>
              <a:t>In a DDoS attack, Trojan horses are used by hackers to control other computers. More and more computers are turned into zombies and are exploited by hackers to launch attacks. Hackers utilize many zombies to initiate a large number of attack requests to the same target, and overwhelm its system. Because the requests come from multiple computers, they cannot be stopped by locating a single source.</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910313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227806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85485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备注占位符 4"/>
          <p:cNvSpPr>
            <a:spLocks noGrp="1"/>
          </p:cNvSpPr>
          <p:nvPr>
            <p:ph type="body" idx="1"/>
          </p:nvPr>
        </p:nvSpPr>
        <p:spPr/>
        <p:txBody>
          <a:bodyPr/>
          <a:lstStyle/>
          <a:p>
            <a:pPr lvl="0"/>
            <a:r>
              <a:rPr lang="en-US" altLang="zh-CN"/>
              <a:t>Vulnerabilities are unknown and cannot be discovered in advance.</a:t>
            </a:r>
            <a:endParaRPr lang="zh-CN" altLang="zh-CN"/>
          </a:p>
          <a:p>
            <a:pPr lvl="0"/>
            <a:r>
              <a:rPr lang="en-US" altLang="zh-CN"/>
              <a:t>Vulnerabilities are security risks, which may expose computers to attacks by viruses or hackers.</a:t>
            </a:r>
            <a:endParaRPr lang="zh-CN" altLang="zh-CN"/>
          </a:p>
          <a:p>
            <a:pPr lvl="0"/>
            <a:r>
              <a:rPr lang="en-US" altLang="zh-CN"/>
              <a:t>If a vulnerability is exploited, the consequences are unpredictable.</a:t>
            </a:r>
            <a:endParaRPr lang="zh-CN" altLang="zh-CN"/>
          </a:p>
          <a:p>
            <a:pPr lvl="0"/>
            <a:r>
              <a:rPr lang="en-US" altLang="zh-CN"/>
              <a:t>Vulnerabilities can be exploited remotely.</a:t>
            </a:r>
            <a:endParaRPr lang="zh-CN" altLang="zh-CN"/>
          </a:p>
          <a:p>
            <a:pPr lvl="0"/>
            <a:r>
              <a:rPr lang="en-US" altLang="zh-CN"/>
              <a:t>Generally, vulnerabilities can be fixed.</a:t>
            </a:r>
            <a:endParaRPr lang="zh-CN" altLang="zh-CN" dirty="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10245312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Permission bypass and permission escalation are mainly used to obtain expected data operation capabilities, for example, increasing the permissions of common users and obtaining administrator permissions.</a:t>
            </a:r>
          </a:p>
          <a:p>
            <a:pPr lvl="0"/>
            <a:r>
              <a:rPr lang="en-US" altLang="zh-CN"/>
              <a:t>In a DoS attack, the attacker obtains the control rights of certain services in the system to stop the services.</a:t>
            </a:r>
          </a:p>
          <a:p>
            <a:pPr lvl="0"/>
            <a:r>
              <a:rPr lang="en-US" altLang="zh-CN"/>
              <a:t>Data leakage is mainly caused by hackers' accessing protected data, such as reading restricted files and publishing server information.</a:t>
            </a:r>
          </a:p>
          <a:p>
            <a:pPr lvl="0"/>
            <a:r>
              <a:rPr lang="en-US" altLang="zh-CN"/>
              <a:t>The execution of an unauthorized instruction forces a program to execute input content as code. This obtains the access permission of the remote system or higher permissions of the local system. Examples are SQL injection and buffer overflow.</a:t>
            </a:r>
          </a:p>
          <a:p>
            <a:pPr lvl="0"/>
            <a:r>
              <a:rPr lang="en-US" altLang="zh-CN"/>
              <a:t>The existence of vulnerabilities is one of the necessary conditions for successful network attacks. The key to successful invasions is the early detection and exploitation of vulnerabilities in the target network system.</a:t>
            </a:r>
          </a:p>
          <a:p>
            <a:pPr lvl="0"/>
            <a:r>
              <a:rPr lang="en-US" altLang="zh-CN"/>
              <a:t>The security threats of vulnerabilities to network systems include escalation of common users' rights, obtaining local and remote administrator rights, local and remote DoS, server information leakage, unauthorized remote file access, reading restricted files, and spoofing.</a:t>
            </a:r>
            <a:endParaRPr lang="zh-CN" altLang="en-US"/>
          </a:p>
          <a:p>
            <a:pPr lvl="0"/>
            <a:endParaRPr lang="en-US" altLang="zh-CN"/>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8476115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Attackers who exploit local attack vulnerabilities can be local authorized users or unauthorized users who have obtained local rights through other methods.</a:t>
            </a:r>
          </a:p>
          <a:p>
            <a:r>
              <a:rPr lang="en-US" altLang="zh-CN"/>
              <a:t>Attackers who exploit remote attack vulnerabilities attack remote hosts on networks.</a:t>
            </a:r>
          </a:p>
          <a:p>
            <a:r>
              <a:rPr lang="en-US" altLang="zh-CN"/>
              <a:t>High-level vulnerabilities can be exploited to obtain administrator permissions.</a:t>
            </a:r>
          </a:p>
          <a:p>
            <a:r>
              <a:rPr lang="en-US" altLang="zh-CN"/>
              <a:t>Medium-level vulnerabilities can be exploited to obtain the permissions of common users, read restricted files, and reject services.</a:t>
            </a:r>
          </a:p>
          <a:p>
            <a:r>
              <a:rPr lang="en-US" altLang="zh-CN"/>
              <a:t>Low-level vulnerabilities can be exploited to read unrestricted files and leak server information.</a:t>
            </a:r>
          </a:p>
          <a:p>
            <a:r>
              <a:rPr lang="en-US" altLang="zh-CN"/>
              <a:t>Of course, there are more vulnerability categories. For example, the status of a vulnerability can be known, unknown, and zero-day. Vulnerabilities can also be classified by user groups, such as Windows, Linux, Internet Explorer, and Oracle vulnerabilities.</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66489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Vulnerabilities are "inevitable". This is determined by the complexity of systems.</a:t>
            </a:r>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220068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Vulnerability scanning identifies security weaknesses in remote target networks or local hosts. It can be used for attack simulations and security audits.</a:t>
            </a:r>
          </a:p>
          <a:p>
            <a:r>
              <a:rPr lang="en-US" altLang="zh-CN"/>
              <a:t>Vulnerability scanning is a proactive measure and can effectively prevent hacker attacks. However, hackers can also use the vulnerability scanning technique to discover vulnerabilities and launch attacks.</a:t>
            </a:r>
          </a:p>
          <a:p>
            <a:r>
              <a:rPr lang="en-US" altLang="zh-CN"/>
              <a:t>Ping sweep checks which IP addresses are connected to live hosts.</a:t>
            </a:r>
          </a:p>
          <a:p>
            <a:pPr lvl="0"/>
            <a:r>
              <a:rPr lang="en-US" altLang="zh-CN"/>
              <a:t>Port scanning detects open ports on a host. Generally, a port segment or port is scanned for a specified IP address.</a:t>
            </a:r>
          </a:p>
          <a:p>
            <a:pPr lvl="0"/>
            <a:r>
              <a:rPr lang="en-US" altLang="zh-CN"/>
              <a:t>Operating system detection is used to determine the operating system information of the target host, and information about other computer programs being used.</a:t>
            </a:r>
          </a:p>
          <a:p>
            <a:pPr lvl="0"/>
            <a:r>
              <a:rPr lang="en-US" altLang="zh-CN"/>
              <a:t>Vulnerability scanning detects whether vulnerabilities exist in the target host system. Generally, scanning is performed for specified vulnerabilities on the target host.</a:t>
            </a:r>
          </a:p>
          <a:p>
            <a:pPr lvl="0"/>
            <a:r>
              <a:rPr lang="en-US" altLang="zh-CN"/>
              <a:t>Ping sweep determines the IP address of the target host. Port scanning identifies open ports on the target host. Operating system detection is performed based on the port scanning result, and then vulnerability scanning is conducted based on the obtained information.</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1987640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Full connection scanning: The scanning host establishes a complete connection with a specified port on the target host through a three-way TCP/IP handshake. If the port is in the listening state, the connection is successful. Otherwise, the port is unavailable.</a:t>
            </a:r>
          </a:p>
          <a:p>
            <a:r>
              <a:rPr lang="en-US" altLang="zh-CN"/>
              <a:t>SYN scanning: The scanner sends an SYN packet to the target host. If an RST packet is received in reply, it indicates that the port is disabled. If the response packet contains SYN and ACK, the port is in the listening state. Then, the scanner can send an RST packet to the target host, to stop the host's connection with the port.</a:t>
            </a:r>
          </a:p>
          <a:p>
            <a:r>
              <a:rPr lang="en-US" altLang="zh-CN"/>
              <a:t>Stealth scanning: The scanner sends a FIN packet to the target host. If the FIN packet reaches a disabled port, the packet is discarded, and an RST packet is returned. If the port is enabled, the FIN packet is simply discarded.</a:t>
            </a:r>
          </a:p>
          <a:p>
            <a:r>
              <a:rPr lang="en-US" altLang="zh-CN"/>
              <a:t>Passive scanning: Based on host detection. It checks inappropriate settings, weak passwords, and other objects that do not comply with security rules.</a:t>
            </a:r>
          </a:p>
          <a:p>
            <a:r>
              <a:rPr lang="en-US" altLang="zh-CN"/>
              <a:t>Active scanning: Based on networks. It attacks the system by executing some script files, and records the system response. In this way, vulnerabilities can be detected.</a:t>
            </a:r>
          </a:p>
          <a:p>
            <a:endParaRPr lang="en-US" altLang="zh-CN"/>
          </a:p>
          <a:p>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9134140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A patch is a small piece of cloth used to mend or cover a hole in a garment or blanket. It also refers to a small program that is released to solve issues (usually discovered by hackers or virus designers) exposed during the use of a large software system (such as Microsoft operating system). Bugs cannot be avoided in software. If any bugs are found, a patch can be developed for the software and installed to fix them. Developers release patches for download on their official websites.</a:t>
            </a:r>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6699054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0026677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WannaCry uses the vulnerabilities of port 445 in the Windows operating system to propagate and self-replicate.</a:t>
            </a:r>
          </a:p>
          <a:p>
            <a:r>
              <a:rPr lang="en-US" altLang="zh-CN"/>
              <a:t>After a computer is penetrated by the ransomware, many types of files in the user host system, such as photos, pictures, documents, audios, and videos, are encrypted. The file name extension of the encrypted files is changed to .WNCRY, and a ransom dialog box is displayed on the desktop, asking the victim to pay $300 (USD) of Bitcoin to the attacker's bitcoin wallet. The ransom increases over time.</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2836891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Users must periodically scan their computers, upgrade software to the latest versions, check software configurations, disable insecure options, and pay attention to the recommendations of security companies. These are effective means to avoid vulnerabilities.</a:t>
            </a:r>
            <a:endParaRPr lang="zh-CN" altLang="en-US"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6664684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881616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280552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408214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239496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8294669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The firewall technology is a specific security technology. </a:t>
            </a:r>
            <a:r>
              <a:rPr lang="en-US" altLang="zh-CN"/>
              <a:t>The term “firewall” was originally used to describe the </a:t>
            </a:r>
            <a:r>
              <a:rPr lang="en-US"/>
              <a:t>wall built between buildings to prevent fire from spreading.</a:t>
            </a:r>
            <a:endParaRPr lang="en-US" altLang="zh-CN"/>
          </a:p>
          <a:p>
            <a:r>
              <a:rPr lang="en-US"/>
              <a:t>Firewall = Hardware + Software + Control policies</a:t>
            </a:r>
            <a:endParaRPr lang="en-US" altLang="zh-CN"/>
          </a:p>
          <a:p>
            <a:r>
              <a:rPr lang="en-US"/>
              <a:t>Control policies:</a:t>
            </a:r>
            <a:endParaRPr lang="en-US" altLang="zh-CN"/>
          </a:p>
          <a:p>
            <a:pPr lvl="1"/>
            <a:r>
              <a:rPr lang="en-US"/>
              <a:t>Permit unless otherwise specified</a:t>
            </a:r>
            <a:endParaRPr lang="en-US" altLang="zh-CN"/>
          </a:p>
          <a:p>
            <a:pPr lvl="1"/>
            <a:r>
              <a:rPr lang="en-US"/>
              <a:t>Deny unless otherwise specified</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624360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Rectangle 3"/>
          <p:cNvSpPr>
            <a:spLocks noGrp="1" noChangeArrowheads="1"/>
          </p:cNvSpPr>
          <p:nvPr>
            <p:ph type="body" idx="1"/>
          </p:nvPr>
        </p:nvSpPr>
        <p:spPr/>
        <p:txBody>
          <a:bodyPr/>
          <a:lstStyle/>
          <a:p>
            <a:r>
              <a:rPr lang="en-US"/>
              <a:t>Hardware firewall: uses an embedded system, which is generally open-source. Hardware firewalls are used to isolate internal and external networks through a combination of hardware and software.</a:t>
            </a:r>
            <a:endParaRPr lang="en-US" altLang="zh-CN"/>
          </a:p>
          <a:p>
            <a:r>
              <a:rPr lang="en-US"/>
              <a:t>Software firewall: is generally installed on an OS platform. A software firewall isolates internal and external networks by means of software.</a:t>
            </a:r>
            <a:endParaRPr lang="en-US" altLang="zh-CN"/>
          </a:p>
          <a:p>
            <a:r>
              <a:rPr lang="en-US"/>
              <a:t>Standalone firewall: serves only the current host.</a:t>
            </a:r>
            <a:endParaRPr lang="en-US" altLang="zh-CN"/>
          </a:p>
          <a:p>
            <a:r>
              <a:rPr lang="en-US"/>
              <a:t>Network firewall: serves a specific network.</a:t>
            </a:r>
            <a:endParaRPr lang="en-US" altLang="zh-CN" dirty="0"/>
          </a:p>
        </p:txBody>
      </p:sp>
      <p:sp>
        <p:nvSpPr>
          <p:cNvPr id="3" name="幻灯片图像占位符 2"/>
          <p:cNvSpPr>
            <a:spLocks noGrp="1" noRot="1" noChangeAspect="1"/>
          </p:cNvSpPr>
          <p:nvPr>
            <p:ph type="sldImg"/>
          </p:nvPr>
        </p:nvSpPr>
        <p:spPr/>
      </p:sp>
    </p:spTree>
    <p:extLst>
      <p:ext uri="{BB962C8B-B14F-4D97-AF65-F5344CB8AC3E}">
        <p14:creationId xmlns:p14="http://schemas.microsoft.com/office/powerpoint/2010/main" val="18047642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099736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Allow an app or feature through Windows Firewall: specifies a data pass-through rule.</a:t>
            </a:r>
            <a:endParaRPr lang="en-US" altLang="zh-CN"/>
          </a:p>
          <a:p>
            <a:r>
              <a:rPr lang="en-US"/>
              <a:t>Change notification settings: specifies a notification rule.</a:t>
            </a:r>
            <a:endParaRPr lang="en-US" altLang="zh-CN"/>
          </a:p>
          <a:p>
            <a:r>
              <a:rPr lang="en-US"/>
              <a:t>Turn Windows Firewall on or off: enables or disables the Windows firewall.</a:t>
            </a:r>
            <a:endParaRPr lang="en-US" altLang="zh-CN"/>
          </a:p>
          <a:p>
            <a:r>
              <a:rPr lang="en-US"/>
              <a:t>Advanced settings: specifies detailed inbound &amp; outbound rules and connection security rules.</a:t>
            </a:r>
            <a:endParaRPr lang="en-US" altLang="zh-CN"/>
          </a:p>
          <a:p>
            <a:r>
              <a:rPr lang="en-US"/>
              <a:t>Restore defaults: restores the Windows firewall to its default settings.</a:t>
            </a:r>
            <a:endParaRPr lang="en-US" altLang="zh-CN"/>
          </a:p>
          <a:p>
            <a:r>
              <a:rPr lang="en-US"/>
              <a:t>Troubleshoot my network: detects network issues.</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25184497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Change settings: adds, changes, or removes allowed apps and ports.</a:t>
            </a:r>
            <a:endParaRPr lang="en-US" altLang="zh-CN"/>
          </a:p>
          <a:p>
            <a:r>
              <a:rPr lang="en-US"/>
              <a:t>Details: displays the details of allowed apps and features.</a:t>
            </a:r>
            <a:endParaRPr lang="en-US" altLang="zh-CN"/>
          </a:p>
          <a:p>
            <a:r>
              <a:rPr lang="en-US"/>
              <a:t>Remove: removes apps or features from Allowed apps and features.</a:t>
            </a:r>
            <a:endParaRPr lang="en-US" altLang="zh-CN"/>
          </a:p>
          <a:p>
            <a:r>
              <a:rPr lang="en-US"/>
              <a:t>Allow another app: adds an app or feature to Allowed apps and features.</a:t>
            </a:r>
            <a:endParaRPr lang="en-US" altLang="zh-CN"/>
          </a:p>
          <a:p>
            <a:r>
              <a:rPr lang="en-US"/>
              <a:t>You can select apps and features from Allowed apps and features and apply them to a home/work (dedicated) network or a public network.</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00758605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When a Windows firewall is enabled, </a:t>
            </a:r>
            <a:r>
              <a:rPr lang="en-US" altLang="zh-CN"/>
              <a:t>you can determine whether to send a notification when the firewall blocks new apps</a:t>
            </a:r>
            <a:r>
              <a:rPr lang="en-US"/>
              <a:t>.</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1379894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Enable the firewall for a type of network for security protection, or disable the firewall so that all apps can pass through.</a:t>
            </a:r>
            <a:endParaRPr lang="en-US" altLang="zh-CN"/>
          </a:p>
          <a:p>
            <a:r>
              <a:rPr lang="en-US"/>
              <a:t>The window for enabling or disabling change notification is the same as that for enabling or disabling the Windows firewall.</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44787531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If firewall rules are not set properly, malicious network attacks may not be blocked, and users may fail to access the Internet. If such a situation occurs, click Restore defaults to restore the Windows firewall to the default settings.</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98035602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If settings of Allow an app or feature to through Windows Firewall cannot meet your requirements, you can access the Windows Firewall with Advanced Security window to set more detailed rules.</a:t>
            </a:r>
            <a:endParaRPr lang="en-US" altLang="zh-CN"/>
          </a:p>
          <a:p>
            <a:r>
              <a:rPr lang="en-US"/>
              <a:t>Settings in this window allow you to customize inbound rules, outbound rules, and connection security rules, and monitor the firewall.</a:t>
            </a:r>
            <a:endParaRPr lang="en-US" altLang="zh-CN"/>
          </a:p>
          <a:p>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9587277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Program: specifies a rule that controls connections for specific local programs or all programs when they use public (or home) networks.</a:t>
            </a:r>
            <a:endParaRPr lang="en-US" altLang="zh-CN"/>
          </a:p>
          <a:p>
            <a:pPr lvl="0"/>
            <a:r>
              <a:rPr lang="en-US"/>
              <a:t>Port: specifies a rule that controls connections for specific local ports or all ports when they use public (or home) networks.</a:t>
            </a:r>
            <a:endParaRPr lang="en-US" altLang="zh-CN"/>
          </a:p>
          <a:p>
            <a:r>
              <a:rPr lang="en-US"/>
              <a:t>Predefined: specifies a predefined rule that controls connections.</a:t>
            </a:r>
            <a:endParaRPr lang="en-US" altLang="zh-CN"/>
          </a:p>
          <a:p>
            <a:pPr lvl="0"/>
            <a:r>
              <a:rPr lang="en-US"/>
              <a:t>Custom: specifies a rule that controls connections for specific local programs when they use public (or home) networks through predetermined source and destination ports and IP addresses.</a:t>
            </a:r>
            <a:endParaRPr lang="en-US" altLang="zh-CN"/>
          </a:p>
          <a:p>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23171429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758656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A Linux firewall consists of two components: netfilter and iptables. </a:t>
            </a:r>
            <a:r>
              <a:rPr lang="en-US"/>
              <a:t>Iptables is an interface between a firewall and users, while netfilter provides firewall functions. </a:t>
            </a:r>
          </a:p>
          <a:p>
            <a:r>
              <a:rPr lang="en-US"/>
              <a:t>netfilter is a framework in the Linux kernel. It provides a series of tables. Each table consists of several chains, and each chain consists of several rules.</a:t>
            </a:r>
            <a:endParaRPr lang="en-US" altLang="zh-CN"/>
          </a:p>
          <a:p>
            <a:r>
              <a:rPr lang="en-US"/>
              <a:t>Iptables is a user-level tool which can add, delete, and insert rules. These rules tell the netfilter component how to process data packets.</a:t>
            </a:r>
            <a:endParaRPr lang="en-US" altLang="zh-CN"/>
          </a:p>
          <a:p>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789038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4371041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686507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t>Iptables contains five rule chains:</a:t>
            </a:r>
            <a:endParaRPr lang="en-US" altLang="zh-CN"/>
          </a:p>
          <a:p>
            <a:pPr lvl="1"/>
            <a:r>
              <a:rPr lang="en-US"/>
              <a:t>PREROUTING</a:t>
            </a:r>
            <a:endParaRPr lang="en-US" altLang="zh-CN"/>
          </a:p>
          <a:p>
            <a:pPr lvl="1"/>
            <a:r>
              <a:rPr lang="en-US"/>
              <a:t>INPUT</a:t>
            </a:r>
            <a:endParaRPr lang="en-US" altLang="zh-CN"/>
          </a:p>
          <a:p>
            <a:pPr lvl="1"/>
            <a:r>
              <a:rPr lang="en-US"/>
              <a:t>FORWARD</a:t>
            </a:r>
            <a:endParaRPr lang="en-US" altLang="zh-CN"/>
          </a:p>
          <a:p>
            <a:pPr lvl="1"/>
            <a:r>
              <a:rPr lang="en-US"/>
              <a:t>OUTPUT</a:t>
            </a:r>
            <a:endParaRPr lang="en-US" altLang="zh-CN"/>
          </a:p>
          <a:p>
            <a:pPr lvl="1"/>
            <a:r>
              <a:rPr lang="en-US"/>
              <a:t>POSTROUTING</a:t>
            </a:r>
            <a:endParaRPr lang="en-US" altLang="zh-CN"/>
          </a:p>
          <a:p>
            <a:r>
              <a:rPr lang="en-US"/>
              <a:t>These are the five rule chains defined by netfilter. Any data packet passing through will reach one of these chains.</a:t>
            </a:r>
            <a:endParaRPr lang="en-US" altLang="zh-CN"/>
          </a:p>
          <a:p>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130243994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Generally, three chains are allowed in a filter table: INPUT, FORWARD, and OUTPUT.</a:t>
            </a:r>
            <a:endParaRPr lang="en-US" altLang="zh-CN"/>
          </a:p>
          <a:p>
            <a:r>
              <a:rPr lang="en-US"/>
              <a:t>Generally, three chains are allowed in a nat table: PREROUTING, OUTPUT, and POSTROUTING.</a:t>
            </a:r>
            <a:endParaRPr lang="en-US" altLang="zh-CN"/>
          </a:p>
          <a:p>
            <a:r>
              <a:rPr lang="en-US"/>
              <a:t>All the five chains are allowed in a mangle table: PREROUTING, INPUT, FORWARD, OUTPUT, and POSTROUTING.</a:t>
            </a:r>
            <a:endParaRPr lang="en-US" altLang="zh-CN"/>
          </a:p>
          <a:p>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2594497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t>When a data packet enters a network adapter, it is first matched with the PREROUTING chain. The system determines the subsequent processing according to the destination address of the packet. Possible processing:</a:t>
            </a:r>
            <a:endParaRPr lang="en-US" altLang="zh-CN"/>
          </a:p>
          <a:p>
            <a:pPr lvl="1"/>
            <a:r>
              <a:rPr lang="en-US"/>
              <a:t>If the destination address of the packet is the local host, the system sends the packet to the INPUT chain to match the packet with rules in this chain. If the packet matches a rule, the system sends the packet to the corresponding local process. If no match is found, the system discards the packet.</a:t>
            </a:r>
            <a:endParaRPr lang="en-US" altLang="zh-CN"/>
          </a:p>
          <a:p>
            <a:pPr lvl="1"/>
            <a:r>
              <a:rPr lang="en-US"/>
              <a:t>If the destination address of the packet is not the local host, the packet will be forwarded. The system directly sends the packet to the FORWARD chain to match the packet with rules in this chain. If the packet matches a rule, the system sends the packet to the corresponding local process. If no match is found, the system discards the packet.</a:t>
            </a:r>
            <a:endParaRPr lang="en-US" altLang="zh-CN"/>
          </a:p>
          <a:p>
            <a:pPr lvl="1"/>
            <a:r>
              <a:rPr lang="en-US"/>
              <a:t>If the packet is locally generated, the system </a:t>
            </a:r>
            <a:r>
              <a:rPr lang="en-US" altLang="zh-CN"/>
              <a:t>directly </a:t>
            </a:r>
            <a:r>
              <a:rPr lang="en-US"/>
              <a:t>sends the packet to the OUTPUT chain to match the packet with rules in this chain. If the packet matches a rule, the system sends the packet to the corresponding local process. If no match is found, the system discards the packet.</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41376978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en-US" altLang="zh-CN"/>
          </a:p>
          <a:p>
            <a:pPr lvl="1"/>
            <a:endParaRPr lang="zh-CN" altLang="en-US"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6336642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266957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7360804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4334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Scanners are the main part of antivirus software and are mainly used to scan viruses. The antivirus effect of antivirus software depends on how advanced the scanner compilation technology and algorithm are. Therefore, most antivirus software has more than one scanner.</a:t>
            </a:r>
            <a:endParaRPr lang="en-US" altLang="zh-CN"/>
          </a:p>
          <a:p>
            <a:pPr lvl="0"/>
            <a:r>
              <a:rPr lang="en-US"/>
              <a:t>The v</a:t>
            </a:r>
            <a:r>
              <a:rPr lang="en-US" altLang="zh-CN"/>
              <a:t>irus signature database </a:t>
            </a:r>
            <a:r>
              <a:rPr lang="en-US"/>
              <a:t>stores virus signatures, which are classified into memory signatures and file signatures. Generally, file signatures exist in files that are not executed. Memory signatures generally exist in a running application program.</a:t>
            </a:r>
            <a:endParaRPr lang="en-US" altLang="zh-CN"/>
          </a:p>
          <a:p>
            <a:r>
              <a:rPr lang="en-US"/>
              <a:t>A VM enables viruses to be run in a virtual environment built by antivirus software.</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1550404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If antivirus software does not have a strong unpacking capability, two different signature records must be added to defend against shell viruses. This is because if a hacker uses another tool to pack a virus, the virus will not be recognized by the antivirus software, and a new </a:t>
            </a:r>
            <a:r>
              <a:rPr lang="en-US" altLang="zh-CN"/>
              <a:t>signature </a:t>
            </a:r>
            <a:r>
              <a:rPr lang="en-US"/>
              <a:t>record must be added for removing the virus.</a:t>
            </a:r>
          </a:p>
          <a:p>
            <a:r>
              <a:rPr lang="en-US"/>
              <a:t>If antivirus software has a strong unpacking capability, it unpacks the virus file, and then scans and kills the virus. In this way, only one </a:t>
            </a:r>
            <a:r>
              <a:rPr lang="en-US" altLang="zh-CN"/>
              <a:t>signature </a:t>
            </a:r>
            <a:r>
              <a:rPr lang="en-US"/>
              <a:t>record is enough. This reduces the occupation of system resources by the antivirus software, and greatly improves the antivirus software's capability to scan and kill viruses.</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1389462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4700641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992493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t>Currently, a more advanced cloud antivirus technology can be used to access the </a:t>
            </a:r>
            <a:r>
              <a:rPr lang="en-US" altLang="zh-CN"/>
              <a:t>virus signature </a:t>
            </a:r>
            <a:r>
              <a:rPr lang="en-US"/>
              <a:t>database on the cloud in real time. Users do not need to update their local </a:t>
            </a:r>
            <a:r>
              <a:rPr lang="en-US" altLang="zh-CN"/>
              <a:t>virus signature </a:t>
            </a:r>
            <a:r>
              <a:rPr lang="en-US"/>
              <a:t>database frequently.</a:t>
            </a:r>
            <a:endParaRPr lang="en-US" altLang="zh-CN" dirty="0"/>
          </a:p>
        </p:txBody>
      </p:sp>
      <p:sp>
        <p:nvSpPr>
          <p:cNvPr id="5" name="幻灯片图像占位符 4"/>
          <p:cNvSpPr>
            <a:spLocks noGrp="1" noRot="1" noChangeAspect="1"/>
          </p:cNvSpPr>
          <p:nvPr>
            <p:ph type="sldImg"/>
          </p:nvPr>
        </p:nvSpPr>
        <p:spPr/>
      </p:sp>
    </p:spTree>
    <p:extLst>
      <p:ext uri="{BB962C8B-B14F-4D97-AF65-F5344CB8AC3E}">
        <p14:creationId xmlns:p14="http://schemas.microsoft.com/office/powerpoint/2010/main" val="39166069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633525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8141140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4907708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t>Clear: Clear worms from infected files to restore the files.</a:t>
            </a:r>
          </a:p>
          <a:p>
            <a:r>
              <a:rPr lang="en-US"/>
              <a:t>Delete: Delete virus files. These files are not infected but contain viruses. They cannot be cleared.</a:t>
            </a:r>
            <a:endParaRPr lang="en-US" altLang="zh-CN"/>
          </a:p>
          <a:p>
            <a:r>
              <a:rPr lang="en-US"/>
              <a:t>Forbid access: Do not access virus files. After a virus file is detected, if you choose not to process the file, the antivirus software may deny access to this file. When you attempt to open such a file, an error message "not a valid win32 application" is displayed.</a:t>
            </a:r>
            <a:endParaRPr lang="en-US" altLang="zh-CN"/>
          </a:p>
          <a:p>
            <a:r>
              <a:rPr lang="en-US"/>
              <a:t>Isolate: After a virus file is deleted, the file is moved to the isolation area. You can retrieve deleted files from the isolation area. Files in the isolation area cannot run.</a:t>
            </a:r>
            <a:endParaRPr lang="en-US" altLang="zh-CN"/>
          </a:p>
          <a:p>
            <a:r>
              <a:rPr lang="en-US"/>
              <a:t>No process: If you are not sure whether a file contains viruses, do not process it temporarily.</a:t>
            </a:r>
            <a:endParaRPr lang="en-US" altLang="zh-CN"/>
          </a:p>
          <a:p>
            <a:r>
              <a:rPr lang="en-US"/>
              <a:t>Most antivirus software is lagged behind computer viruses. In addition to updating antivirus software in a timely manner and periodically scanning your computer: update your computer and network security knowledge, do not open unknown files or insecure web pages, update your password as required, and use the security assistant and personal firewall. These measures will better protect your computer and network security.</a:t>
            </a:r>
            <a:endParaRPr lang="en-US" altLang="zh-CN" dirty="0"/>
          </a:p>
        </p:txBody>
      </p:sp>
      <p:sp>
        <p:nvSpPr>
          <p:cNvPr id="4" name="幻灯片图像占位符 3"/>
          <p:cNvSpPr>
            <a:spLocks noGrp="1" noRot="1" noChangeAspect="1"/>
          </p:cNvSpPr>
          <p:nvPr>
            <p:ph type="sldImg"/>
          </p:nvPr>
        </p:nvSpPr>
        <p:spPr/>
      </p:sp>
    </p:spTree>
    <p:extLst>
      <p:ext uri="{BB962C8B-B14F-4D97-AF65-F5344CB8AC3E}">
        <p14:creationId xmlns:p14="http://schemas.microsoft.com/office/powerpoint/2010/main" val="302645496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750523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60549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Revision Record">
    <p:spTree>
      <p:nvGrpSpPr>
        <p:cNvPr id="1" name=""/>
        <p:cNvGrpSpPr/>
        <p:nvPr/>
      </p:nvGrpSpPr>
      <p:grpSpPr>
        <a:xfrm>
          <a:off x="0" y="0"/>
          <a:ext cx="0" cy="0"/>
          <a:chOff x="0" y="0"/>
          <a:chExt cx="0" cy="0"/>
        </a:xfrm>
      </p:grpSpPr>
      <p:graphicFrame>
        <p:nvGraphicFramePr>
          <p:cNvPr id="17" name="Group 3"/>
          <p:cNvGraphicFramePr>
            <a:graphicFrameLocks noGrp="1"/>
          </p:cNvGraphicFramePr>
          <p:nvPr userDrawn="1">
            <p:extLst>
              <p:ext uri="{D42A27DB-BD31-4B8C-83A1-F6EECF244321}">
                <p14:modId xmlns:p14="http://schemas.microsoft.com/office/powerpoint/2010/main" val="2240401313"/>
              </p:ext>
            </p:extLst>
          </p:nvPr>
        </p:nvGraphicFramePr>
        <p:xfrm>
          <a:off x="1007534" y="1232756"/>
          <a:ext cx="10464802" cy="1082675"/>
        </p:xfrm>
        <a:graphic>
          <a:graphicData uri="http://schemas.openxmlformats.org/drawingml/2006/table">
            <a:tbl>
              <a:tblPr/>
              <a:tblGrid>
                <a:gridCol w="3059004">
                  <a:extLst>
                    <a:ext uri="{9D8B030D-6E8A-4147-A177-3AD203B41FA5}">
                      <a16:colId xmlns:a16="http://schemas.microsoft.com/office/drawing/2014/main" val="20000"/>
                    </a:ext>
                  </a:extLst>
                </a:gridCol>
                <a:gridCol w="2155444">
                  <a:extLst>
                    <a:ext uri="{9D8B030D-6E8A-4147-A177-3AD203B41FA5}">
                      <a16:colId xmlns:a16="http://schemas.microsoft.com/office/drawing/2014/main" val="20001"/>
                    </a:ext>
                  </a:extLst>
                </a:gridCol>
                <a:gridCol w="2873927">
                  <a:extLst>
                    <a:ext uri="{9D8B030D-6E8A-4147-A177-3AD203B41FA5}">
                      <a16:colId xmlns:a16="http://schemas.microsoft.com/office/drawing/2014/main" val="20002"/>
                    </a:ext>
                  </a:extLst>
                </a:gridCol>
                <a:gridCol w="2376427">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Course Code</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Product</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Product Version</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800" b="1" i="0" u="none" strike="noStrike" cap="none" normalizeH="0" baseline="0" dirty="0">
                          <a:ln>
                            <a:noFill/>
                          </a:ln>
                          <a:solidFill>
                            <a:schemeClr val="tx1"/>
                          </a:solidFill>
                          <a:effectLst/>
                          <a:latin typeface="+mn-lt"/>
                          <a:ea typeface="华文细黑" pitchFamily="2" charset="-122"/>
                        </a:rPr>
                        <a:t>Course Version</a:t>
                      </a: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18" name="Group 21"/>
          <p:cNvGraphicFramePr>
            <a:graphicFrameLocks noGrp="1"/>
          </p:cNvGraphicFramePr>
          <p:nvPr userDrawn="1">
            <p:extLst>
              <p:ext uri="{D42A27DB-BD31-4B8C-83A1-F6EECF244321}">
                <p14:modId xmlns:p14="http://schemas.microsoft.com/office/powerpoint/2010/main" val="78881612"/>
              </p:ext>
            </p:extLst>
          </p:nvPr>
        </p:nvGraphicFramePr>
        <p:xfrm>
          <a:off x="1007533" y="2529867"/>
          <a:ext cx="10464800" cy="3527425"/>
        </p:xfrm>
        <a:graphic>
          <a:graphicData uri="http://schemas.openxmlformats.org/drawingml/2006/table">
            <a:tbl>
              <a:tblPr/>
              <a:tblGrid>
                <a:gridCol w="3085809">
                  <a:extLst>
                    <a:ext uri="{9D8B030D-6E8A-4147-A177-3AD203B41FA5}">
                      <a16:colId xmlns:a16="http://schemas.microsoft.com/office/drawing/2014/main" val="20000"/>
                    </a:ext>
                  </a:extLst>
                </a:gridCol>
                <a:gridCol w="2155920">
                  <a:extLst>
                    <a:ext uri="{9D8B030D-6E8A-4147-A177-3AD203B41FA5}">
                      <a16:colId xmlns:a16="http://schemas.microsoft.com/office/drawing/2014/main" val="20001"/>
                    </a:ext>
                  </a:extLst>
                </a:gridCol>
                <a:gridCol w="2912127">
                  <a:extLst>
                    <a:ext uri="{9D8B030D-6E8A-4147-A177-3AD203B41FA5}">
                      <a16:colId xmlns:a16="http://schemas.microsoft.com/office/drawing/2014/main" val="20002"/>
                    </a:ext>
                  </a:extLst>
                </a:gridCol>
                <a:gridCol w="231094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Author/ID</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Date</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Reviewer/ID</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en-US" altLang="zh-CN" sz="1600" b="1" i="0" u="none" strike="noStrike" cap="none" normalizeH="0" baseline="0" dirty="0">
                          <a:ln>
                            <a:noFill/>
                          </a:ln>
                          <a:solidFill>
                            <a:schemeClr val="tx1"/>
                          </a:solidFill>
                          <a:effectLst/>
                          <a:latin typeface="+mn-lt"/>
                          <a:ea typeface="华文细黑" pitchFamily="2" charset="-122"/>
                        </a:rPr>
                        <a:t>New</a:t>
                      </a:r>
                      <a:r>
                        <a:rPr kumimoji="1" lang="zh-CN" altLang="zh-CN" sz="1600" b="1" i="0" u="none" strike="noStrike" cap="none" normalizeH="0" baseline="0" dirty="0">
                          <a:ln>
                            <a:noFill/>
                          </a:ln>
                          <a:solidFill>
                            <a:schemeClr val="tx1"/>
                          </a:solidFill>
                          <a:effectLst/>
                          <a:latin typeface="+mn-lt"/>
                          <a:ea typeface="华文细黑" pitchFamily="2" charset="-122"/>
                        </a:rPr>
                        <a:t>/</a:t>
                      </a:r>
                      <a:r>
                        <a:rPr kumimoji="1" lang="en-US" altLang="zh-CN" sz="1600" b="1" i="0" u="none" strike="noStrike" cap="none" normalizeH="0" baseline="0" dirty="0">
                          <a:ln>
                            <a:noFill/>
                          </a:ln>
                          <a:solidFill>
                            <a:schemeClr val="tx1"/>
                          </a:solidFill>
                          <a:effectLst/>
                          <a:latin typeface="+mn-lt"/>
                          <a:ea typeface="华文细黑" pitchFamily="2" charset="-122"/>
                        </a:rPr>
                        <a:t> Update</a:t>
                      </a:r>
                      <a:endParaRPr kumimoji="1" lang="zh-CN" altLang="en-US" sz="1600" b="1" i="0" u="none" strike="noStrike" cap="none" normalizeH="0" baseline="0" dirty="0">
                        <a:ln>
                          <a:noFill/>
                        </a:ln>
                        <a:solidFill>
                          <a:schemeClr val="tx1"/>
                        </a:solidFill>
                        <a:effectLst/>
                        <a:latin typeface="+mn-lt"/>
                        <a:ea typeface="华文细黑" pitchFamily="2" charset="-122"/>
                      </a:endParaRPr>
                    </a:p>
                  </a:txBody>
                  <a:tcPr marL="102699" marR="10269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华文细黑" pitchFamily="2" charset="-122"/>
                      </a:endParaRPr>
                    </a:p>
                  </a:txBody>
                  <a:tcPr marL="104344" marR="104344"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70491851"/>
                  </a:ext>
                </a:extLst>
              </a:tr>
            </a:tbl>
          </a:graphicData>
        </a:graphic>
      </p:graphicFrame>
      <p:sp>
        <p:nvSpPr>
          <p:cNvPr id="35" name="文本占位符 7"/>
          <p:cNvSpPr>
            <a:spLocks noGrp="1"/>
          </p:cNvSpPr>
          <p:nvPr>
            <p:ph type="body" sz="quarter" idx="17" hasCustomPrompt="1"/>
          </p:nvPr>
        </p:nvSpPr>
        <p:spPr>
          <a:xfrm>
            <a:off x="1007535" y="1803960"/>
            <a:ext cx="3024237"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Course Code</a:t>
            </a:r>
          </a:p>
        </p:txBody>
      </p:sp>
      <p:sp>
        <p:nvSpPr>
          <p:cNvPr id="36" name="文本占位符 7"/>
          <p:cNvSpPr>
            <a:spLocks noGrp="1"/>
          </p:cNvSpPr>
          <p:nvPr>
            <p:ph type="body" sz="quarter" idx="18" hasCustomPrompt="1"/>
          </p:nvPr>
        </p:nvSpPr>
        <p:spPr>
          <a:xfrm>
            <a:off x="4079776" y="1803960"/>
            <a:ext cx="21100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Product</a:t>
            </a:r>
          </a:p>
        </p:txBody>
      </p:sp>
      <p:sp>
        <p:nvSpPr>
          <p:cNvPr id="37" name="文本占位符 7"/>
          <p:cNvSpPr>
            <a:spLocks noGrp="1"/>
          </p:cNvSpPr>
          <p:nvPr>
            <p:ph type="body" sz="quarter" idx="19" hasCustomPrompt="1"/>
          </p:nvPr>
        </p:nvSpPr>
        <p:spPr>
          <a:xfrm>
            <a:off x="6239934" y="1803960"/>
            <a:ext cx="284439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X.X</a:t>
            </a:r>
          </a:p>
        </p:txBody>
      </p:sp>
      <p:sp>
        <p:nvSpPr>
          <p:cNvPr id="38" name="文本占位符 7"/>
          <p:cNvSpPr>
            <a:spLocks noGrp="1"/>
          </p:cNvSpPr>
          <p:nvPr>
            <p:ph type="body" sz="quarter" idx="20" hasCustomPrompt="1"/>
          </p:nvPr>
        </p:nvSpPr>
        <p:spPr>
          <a:xfrm>
            <a:off x="9084332" y="1803960"/>
            <a:ext cx="2388001"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X.X</a:t>
            </a:r>
          </a:p>
        </p:txBody>
      </p:sp>
      <p:sp>
        <p:nvSpPr>
          <p:cNvPr id="43" name="文本占位符 7"/>
          <p:cNvSpPr>
            <a:spLocks noGrp="1"/>
          </p:cNvSpPr>
          <p:nvPr>
            <p:ph type="body" sz="quarter" idx="13" hasCustomPrompt="1"/>
          </p:nvPr>
        </p:nvSpPr>
        <p:spPr>
          <a:xfrm>
            <a:off x="1007533" y="3089025"/>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44" name="文本占位符 7"/>
          <p:cNvSpPr>
            <a:spLocks noGrp="1"/>
          </p:cNvSpPr>
          <p:nvPr>
            <p:ph type="body" sz="quarter" idx="14" hasCustomPrompt="1"/>
          </p:nvPr>
        </p:nvSpPr>
        <p:spPr>
          <a:xfrm>
            <a:off x="4079776" y="3089025"/>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45" name="文本占位符 7"/>
          <p:cNvSpPr>
            <a:spLocks noGrp="1"/>
          </p:cNvSpPr>
          <p:nvPr>
            <p:ph type="body" sz="quarter" idx="15" hasCustomPrompt="1"/>
          </p:nvPr>
        </p:nvSpPr>
        <p:spPr>
          <a:xfrm>
            <a:off x="6239933" y="3089025"/>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46" name="文本占位符 7"/>
          <p:cNvSpPr>
            <a:spLocks noGrp="1"/>
          </p:cNvSpPr>
          <p:nvPr>
            <p:ph type="body" sz="quarter" idx="16" hasCustomPrompt="1"/>
          </p:nvPr>
        </p:nvSpPr>
        <p:spPr>
          <a:xfrm>
            <a:off x="9168341" y="3089025"/>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
        <p:nvSpPr>
          <p:cNvPr id="63" name="Rectangle 2"/>
          <p:cNvSpPr>
            <a:spLocks noChangeArrowheads="1"/>
          </p:cNvSpPr>
          <p:nvPr userDrawn="1"/>
        </p:nvSpPr>
        <p:spPr bwMode="auto">
          <a:xfrm>
            <a:off x="911424" y="462567"/>
            <a:ext cx="9402233" cy="479425"/>
          </a:xfrm>
          <a:prstGeom prst="rect">
            <a:avLst/>
          </a:prstGeom>
          <a:noFill/>
          <a:ln w="9525">
            <a:noFill/>
            <a:miter lim="800000"/>
            <a:headEnd/>
            <a:tailEnd/>
          </a:ln>
        </p:spPr>
        <p:txBody>
          <a:bodyPr lIns="78259" tIns="39127" rIns="78259" bIns="39127" anchor="ctr"/>
          <a:lstStyle/>
          <a:p>
            <a:pPr defTabSz="801668" fontAlgn="base"/>
            <a:r>
              <a:rPr lang="en-US" altLang="zh-CN" sz="3500" dirty="0">
                <a:solidFill>
                  <a:srgbClr val="990000"/>
                </a:solidFill>
                <a:latin typeface="+mn-lt"/>
                <a:ea typeface="黑体" pitchFamily="2" charset="-122"/>
              </a:rPr>
              <a:t>Revision Record</a:t>
            </a:r>
            <a:endParaRPr lang="zh-CN" altLang="en-US" sz="3500" dirty="0">
              <a:solidFill>
                <a:srgbClr val="990000"/>
              </a:solidFill>
              <a:latin typeface="+mn-lt"/>
              <a:ea typeface="黑体" pitchFamily="2" charset="-122"/>
            </a:endParaRPr>
          </a:p>
        </p:txBody>
      </p:sp>
      <p:sp>
        <p:nvSpPr>
          <p:cNvPr id="64" name="Text Box 58"/>
          <p:cNvSpPr txBox="1">
            <a:spLocks noChangeArrowheads="1"/>
          </p:cNvSpPr>
          <p:nvPr userDrawn="1"/>
        </p:nvSpPr>
        <p:spPr bwMode="auto">
          <a:xfrm>
            <a:off x="7859520" y="440669"/>
            <a:ext cx="4069128" cy="523220"/>
          </a:xfrm>
          <a:prstGeom prst="rect">
            <a:avLst/>
          </a:prstGeom>
          <a:noFill/>
          <a:ln w="9525" algn="ctr">
            <a:noFill/>
            <a:miter lim="800000"/>
            <a:headEnd/>
            <a:tailEnd/>
          </a:ln>
        </p:spPr>
        <p:txBody>
          <a:bodyPr wrap="square">
            <a:spAutoFit/>
          </a:bodyPr>
          <a:lstStyle/>
          <a:p>
            <a:pPr>
              <a:spcBef>
                <a:spcPct val="50000"/>
              </a:spcBef>
            </a:pPr>
            <a:r>
              <a:rPr lang="en-US" altLang="zh-CN" sz="2800" dirty="0">
                <a:solidFill>
                  <a:srgbClr val="4D4D4D"/>
                </a:solidFill>
                <a:latin typeface="+mn-lt"/>
              </a:rPr>
              <a:t>Do Not Print this Page</a:t>
            </a:r>
            <a:endParaRPr lang="zh-CN" altLang="en-US" sz="2800" dirty="0">
              <a:solidFill>
                <a:srgbClr val="4D4D4D"/>
              </a:solidFill>
              <a:latin typeface="+mn-lt"/>
            </a:endParaRPr>
          </a:p>
        </p:txBody>
      </p:sp>
      <p:sp>
        <p:nvSpPr>
          <p:cNvPr id="30" name="文本占位符 7">
            <a:extLst>
              <a:ext uri="{FF2B5EF4-FFF2-40B4-BE49-F238E27FC236}">
                <a16:creationId xmlns:a16="http://schemas.microsoft.com/office/drawing/2014/main" id="{44F86C3E-C49E-485B-8EB0-960F41282238}"/>
              </a:ext>
            </a:extLst>
          </p:cNvPr>
          <p:cNvSpPr>
            <a:spLocks noGrp="1"/>
          </p:cNvSpPr>
          <p:nvPr>
            <p:ph type="body" sz="quarter" idx="21" hasCustomPrompt="1"/>
          </p:nvPr>
        </p:nvSpPr>
        <p:spPr>
          <a:xfrm>
            <a:off x="1019436" y="3608189"/>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31" name="文本占位符 7">
            <a:extLst>
              <a:ext uri="{FF2B5EF4-FFF2-40B4-BE49-F238E27FC236}">
                <a16:creationId xmlns:a16="http://schemas.microsoft.com/office/drawing/2014/main" id="{DB3D228B-4BFD-4782-B68D-12F66EA8C589}"/>
              </a:ext>
            </a:extLst>
          </p:cNvPr>
          <p:cNvSpPr>
            <a:spLocks noGrp="1"/>
          </p:cNvSpPr>
          <p:nvPr>
            <p:ph type="body" sz="quarter" idx="22" hasCustomPrompt="1"/>
          </p:nvPr>
        </p:nvSpPr>
        <p:spPr>
          <a:xfrm>
            <a:off x="4091679" y="3608189"/>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32" name="文本占位符 7">
            <a:extLst>
              <a:ext uri="{FF2B5EF4-FFF2-40B4-BE49-F238E27FC236}">
                <a16:creationId xmlns:a16="http://schemas.microsoft.com/office/drawing/2014/main" id="{FECCD724-6B1F-4104-8A9B-6B6764A3F859}"/>
              </a:ext>
            </a:extLst>
          </p:cNvPr>
          <p:cNvSpPr>
            <a:spLocks noGrp="1"/>
          </p:cNvSpPr>
          <p:nvPr>
            <p:ph type="body" sz="quarter" idx="23" hasCustomPrompt="1"/>
          </p:nvPr>
        </p:nvSpPr>
        <p:spPr>
          <a:xfrm>
            <a:off x="6251836" y="3608189"/>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33" name="文本占位符 7">
            <a:extLst>
              <a:ext uri="{FF2B5EF4-FFF2-40B4-BE49-F238E27FC236}">
                <a16:creationId xmlns:a16="http://schemas.microsoft.com/office/drawing/2014/main" id="{57E1C633-41F6-4A25-9DB3-D6799CE610DD}"/>
              </a:ext>
            </a:extLst>
          </p:cNvPr>
          <p:cNvSpPr>
            <a:spLocks noGrp="1"/>
          </p:cNvSpPr>
          <p:nvPr>
            <p:ph type="body" sz="quarter" idx="24" hasCustomPrompt="1"/>
          </p:nvPr>
        </p:nvSpPr>
        <p:spPr>
          <a:xfrm>
            <a:off x="9180244" y="3608189"/>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
        <p:nvSpPr>
          <p:cNvPr id="34" name="文本占位符 7">
            <a:extLst>
              <a:ext uri="{FF2B5EF4-FFF2-40B4-BE49-F238E27FC236}">
                <a16:creationId xmlns:a16="http://schemas.microsoft.com/office/drawing/2014/main" id="{C68CBD59-B896-4217-9781-389A1B11CE8D}"/>
              </a:ext>
            </a:extLst>
          </p:cNvPr>
          <p:cNvSpPr>
            <a:spLocks noGrp="1"/>
          </p:cNvSpPr>
          <p:nvPr>
            <p:ph type="body" sz="quarter" idx="25" hasCustomPrompt="1"/>
          </p:nvPr>
        </p:nvSpPr>
        <p:spPr>
          <a:xfrm>
            <a:off x="995796" y="4077072"/>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39" name="文本占位符 7">
            <a:extLst>
              <a:ext uri="{FF2B5EF4-FFF2-40B4-BE49-F238E27FC236}">
                <a16:creationId xmlns:a16="http://schemas.microsoft.com/office/drawing/2014/main" id="{791E82EE-AF55-486C-953D-3BD5CEE81CE4}"/>
              </a:ext>
            </a:extLst>
          </p:cNvPr>
          <p:cNvSpPr>
            <a:spLocks noGrp="1"/>
          </p:cNvSpPr>
          <p:nvPr>
            <p:ph type="body" sz="quarter" idx="26" hasCustomPrompt="1"/>
          </p:nvPr>
        </p:nvSpPr>
        <p:spPr>
          <a:xfrm>
            <a:off x="4068039" y="4077072"/>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40" name="文本占位符 7">
            <a:extLst>
              <a:ext uri="{FF2B5EF4-FFF2-40B4-BE49-F238E27FC236}">
                <a16:creationId xmlns:a16="http://schemas.microsoft.com/office/drawing/2014/main" id="{0F4FBCD0-2E04-4942-AFAF-B2774F425FB6}"/>
              </a:ext>
            </a:extLst>
          </p:cNvPr>
          <p:cNvSpPr>
            <a:spLocks noGrp="1"/>
          </p:cNvSpPr>
          <p:nvPr>
            <p:ph type="body" sz="quarter" idx="27" hasCustomPrompt="1"/>
          </p:nvPr>
        </p:nvSpPr>
        <p:spPr>
          <a:xfrm>
            <a:off x="6228196" y="4077072"/>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41" name="文本占位符 7">
            <a:extLst>
              <a:ext uri="{FF2B5EF4-FFF2-40B4-BE49-F238E27FC236}">
                <a16:creationId xmlns:a16="http://schemas.microsoft.com/office/drawing/2014/main" id="{701F8BDF-8D3E-4528-8B32-92CDA38CF25C}"/>
              </a:ext>
            </a:extLst>
          </p:cNvPr>
          <p:cNvSpPr>
            <a:spLocks noGrp="1"/>
          </p:cNvSpPr>
          <p:nvPr>
            <p:ph type="body" sz="quarter" idx="28" hasCustomPrompt="1"/>
          </p:nvPr>
        </p:nvSpPr>
        <p:spPr>
          <a:xfrm>
            <a:off x="9156604" y="4077072"/>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
        <p:nvSpPr>
          <p:cNvPr id="42" name="文本占位符 7">
            <a:extLst>
              <a:ext uri="{FF2B5EF4-FFF2-40B4-BE49-F238E27FC236}">
                <a16:creationId xmlns:a16="http://schemas.microsoft.com/office/drawing/2014/main" id="{2DAE044E-F1B2-424B-BDD0-3E92A10C4695}"/>
              </a:ext>
            </a:extLst>
          </p:cNvPr>
          <p:cNvSpPr>
            <a:spLocks noGrp="1"/>
          </p:cNvSpPr>
          <p:nvPr>
            <p:ph type="body" sz="quarter" idx="29" hasCustomPrompt="1"/>
          </p:nvPr>
        </p:nvSpPr>
        <p:spPr>
          <a:xfrm>
            <a:off x="1019436" y="4581128"/>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47" name="文本占位符 7">
            <a:extLst>
              <a:ext uri="{FF2B5EF4-FFF2-40B4-BE49-F238E27FC236}">
                <a16:creationId xmlns:a16="http://schemas.microsoft.com/office/drawing/2014/main" id="{19929436-360F-44DC-A864-1DA42B59198F}"/>
              </a:ext>
            </a:extLst>
          </p:cNvPr>
          <p:cNvSpPr>
            <a:spLocks noGrp="1"/>
          </p:cNvSpPr>
          <p:nvPr>
            <p:ph type="body" sz="quarter" idx="30" hasCustomPrompt="1"/>
          </p:nvPr>
        </p:nvSpPr>
        <p:spPr>
          <a:xfrm>
            <a:off x="4091679" y="4581128"/>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48" name="文本占位符 7">
            <a:extLst>
              <a:ext uri="{FF2B5EF4-FFF2-40B4-BE49-F238E27FC236}">
                <a16:creationId xmlns:a16="http://schemas.microsoft.com/office/drawing/2014/main" id="{E3F04EDE-0D87-45F2-9033-289878AAF2FA}"/>
              </a:ext>
            </a:extLst>
          </p:cNvPr>
          <p:cNvSpPr>
            <a:spLocks noGrp="1"/>
          </p:cNvSpPr>
          <p:nvPr>
            <p:ph type="body" sz="quarter" idx="31" hasCustomPrompt="1"/>
          </p:nvPr>
        </p:nvSpPr>
        <p:spPr>
          <a:xfrm>
            <a:off x="6251836" y="4581128"/>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49" name="文本占位符 7">
            <a:extLst>
              <a:ext uri="{FF2B5EF4-FFF2-40B4-BE49-F238E27FC236}">
                <a16:creationId xmlns:a16="http://schemas.microsoft.com/office/drawing/2014/main" id="{3F9FD2BB-87FB-42F0-8418-F87E96763F68}"/>
              </a:ext>
            </a:extLst>
          </p:cNvPr>
          <p:cNvSpPr>
            <a:spLocks noGrp="1"/>
          </p:cNvSpPr>
          <p:nvPr>
            <p:ph type="body" sz="quarter" idx="32" hasCustomPrompt="1"/>
          </p:nvPr>
        </p:nvSpPr>
        <p:spPr>
          <a:xfrm>
            <a:off x="9180244" y="4581128"/>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
        <p:nvSpPr>
          <p:cNvPr id="50" name="文本占位符 7">
            <a:extLst>
              <a:ext uri="{FF2B5EF4-FFF2-40B4-BE49-F238E27FC236}">
                <a16:creationId xmlns:a16="http://schemas.microsoft.com/office/drawing/2014/main" id="{450C36C1-EC46-4EAC-8A54-EFB2EF58F730}"/>
              </a:ext>
            </a:extLst>
          </p:cNvPr>
          <p:cNvSpPr>
            <a:spLocks noGrp="1"/>
          </p:cNvSpPr>
          <p:nvPr>
            <p:ph type="body" sz="quarter" idx="33" hasCustomPrompt="1"/>
          </p:nvPr>
        </p:nvSpPr>
        <p:spPr>
          <a:xfrm>
            <a:off x="995796" y="5049180"/>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65" name="文本占位符 7">
            <a:extLst>
              <a:ext uri="{FF2B5EF4-FFF2-40B4-BE49-F238E27FC236}">
                <a16:creationId xmlns:a16="http://schemas.microsoft.com/office/drawing/2014/main" id="{06E305FB-6351-4BDD-B27A-CA91C0B55424}"/>
              </a:ext>
            </a:extLst>
          </p:cNvPr>
          <p:cNvSpPr>
            <a:spLocks noGrp="1"/>
          </p:cNvSpPr>
          <p:nvPr>
            <p:ph type="body" sz="quarter" idx="34" hasCustomPrompt="1"/>
          </p:nvPr>
        </p:nvSpPr>
        <p:spPr>
          <a:xfrm>
            <a:off x="4068039" y="5049180"/>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66" name="文本占位符 7">
            <a:extLst>
              <a:ext uri="{FF2B5EF4-FFF2-40B4-BE49-F238E27FC236}">
                <a16:creationId xmlns:a16="http://schemas.microsoft.com/office/drawing/2014/main" id="{986CE630-9BBE-44AB-B3AC-29A48255E185}"/>
              </a:ext>
            </a:extLst>
          </p:cNvPr>
          <p:cNvSpPr>
            <a:spLocks noGrp="1"/>
          </p:cNvSpPr>
          <p:nvPr>
            <p:ph type="body" sz="quarter" idx="35" hasCustomPrompt="1"/>
          </p:nvPr>
        </p:nvSpPr>
        <p:spPr>
          <a:xfrm>
            <a:off x="6228196" y="5049180"/>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67" name="文本占位符 7">
            <a:extLst>
              <a:ext uri="{FF2B5EF4-FFF2-40B4-BE49-F238E27FC236}">
                <a16:creationId xmlns:a16="http://schemas.microsoft.com/office/drawing/2014/main" id="{4DDD786F-E21B-4BBC-A377-D2EC3EE50688}"/>
              </a:ext>
            </a:extLst>
          </p:cNvPr>
          <p:cNvSpPr>
            <a:spLocks noGrp="1"/>
          </p:cNvSpPr>
          <p:nvPr>
            <p:ph type="body" sz="quarter" idx="36" hasCustomPrompt="1"/>
          </p:nvPr>
        </p:nvSpPr>
        <p:spPr>
          <a:xfrm>
            <a:off x="9156604" y="5049180"/>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
        <p:nvSpPr>
          <p:cNvPr id="68" name="文本占位符 7">
            <a:extLst>
              <a:ext uri="{FF2B5EF4-FFF2-40B4-BE49-F238E27FC236}">
                <a16:creationId xmlns:a16="http://schemas.microsoft.com/office/drawing/2014/main" id="{EE728293-3BC5-4224-A4F0-27996EC76EA2}"/>
              </a:ext>
            </a:extLst>
          </p:cNvPr>
          <p:cNvSpPr>
            <a:spLocks noGrp="1"/>
          </p:cNvSpPr>
          <p:nvPr>
            <p:ph type="body" sz="quarter" idx="37" hasCustomPrompt="1"/>
          </p:nvPr>
        </p:nvSpPr>
        <p:spPr>
          <a:xfrm>
            <a:off x="1019436" y="5553236"/>
            <a:ext cx="3071784"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Author/ID</a:t>
            </a:r>
          </a:p>
        </p:txBody>
      </p:sp>
      <p:sp>
        <p:nvSpPr>
          <p:cNvPr id="69" name="文本占位符 7">
            <a:extLst>
              <a:ext uri="{FF2B5EF4-FFF2-40B4-BE49-F238E27FC236}">
                <a16:creationId xmlns:a16="http://schemas.microsoft.com/office/drawing/2014/main" id="{84C5C924-BCE5-46C8-9041-30EDC3D85E52}"/>
              </a:ext>
            </a:extLst>
          </p:cNvPr>
          <p:cNvSpPr>
            <a:spLocks noGrp="1"/>
          </p:cNvSpPr>
          <p:nvPr>
            <p:ph type="body" sz="quarter" idx="38" hasCustomPrompt="1"/>
          </p:nvPr>
        </p:nvSpPr>
        <p:spPr>
          <a:xfrm>
            <a:off x="4091679" y="5553236"/>
            <a:ext cx="2160157" cy="504887"/>
          </a:xfrm>
          <a:prstGeom prst="rect">
            <a:avLst/>
          </a:prstGeom>
        </p:spPr>
        <p:txBody>
          <a:bodyPr anchor="ctr"/>
          <a:lstStyle>
            <a:lvl1pPr algn="ctr">
              <a:lnSpc>
                <a:spcPct val="100000"/>
              </a:lnSpc>
              <a:buNone/>
              <a:defRPr sz="1600"/>
            </a:lvl1pPr>
          </a:lstStyle>
          <a:p>
            <a:pPr lvl="0"/>
            <a:r>
              <a:rPr lang="en-US" altLang="zh-CN" dirty="0"/>
              <a:t>2015.01.25</a:t>
            </a:r>
            <a:endParaRPr lang="zh-CN" altLang="en-US" dirty="0"/>
          </a:p>
        </p:txBody>
      </p:sp>
      <p:sp>
        <p:nvSpPr>
          <p:cNvPr id="70" name="文本占位符 7">
            <a:extLst>
              <a:ext uri="{FF2B5EF4-FFF2-40B4-BE49-F238E27FC236}">
                <a16:creationId xmlns:a16="http://schemas.microsoft.com/office/drawing/2014/main" id="{1DBD4C29-C885-4339-873D-B55FBD81DDFE}"/>
              </a:ext>
            </a:extLst>
          </p:cNvPr>
          <p:cNvSpPr>
            <a:spLocks noGrp="1"/>
          </p:cNvSpPr>
          <p:nvPr>
            <p:ph type="body" sz="quarter" idx="39" hasCustomPrompt="1"/>
          </p:nvPr>
        </p:nvSpPr>
        <p:spPr>
          <a:xfrm>
            <a:off x="6251836" y="5553236"/>
            <a:ext cx="2928408" cy="504887"/>
          </a:xfrm>
          <a:prstGeom prst="rect">
            <a:avLst/>
          </a:prstGeom>
        </p:spPr>
        <p:txBody>
          <a:bodyPr anchor="ctr"/>
          <a:lstStyle>
            <a:lvl1pPr marL="0" marR="0" indent="0" algn="ctr" defTabSz="914377" rtl="0" eaLnBrk="1" fontAlgn="base" latinLnBrk="0" hangingPunct="1">
              <a:lnSpc>
                <a:spcPct val="100000"/>
              </a:lnSpc>
              <a:spcBef>
                <a:spcPct val="30000"/>
              </a:spcBef>
              <a:spcAft>
                <a:spcPct val="0"/>
              </a:spcAft>
              <a:buClr>
                <a:srgbClr val="808080"/>
              </a:buClr>
              <a:buSzPct val="60000"/>
              <a:buFont typeface="Wingdings" pitchFamily="2" charset="2"/>
              <a:buNone/>
              <a:tabLst/>
              <a:defRPr sz="1600"/>
            </a:lvl1pPr>
          </a:lstStyle>
          <a:p>
            <a:pPr lvl="0"/>
            <a:r>
              <a:rPr lang="en-US" altLang="zh-CN" dirty="0"/>
              <a:t>Reviewer/ID</a:t>
            </a:r>
          </a:p>
        </p:txBody>
      </p:sp>
      <p:sp>
        <p:nvSpPr>
          <p:cNvPr id="71" name="文本占位符 7">
            <a:extLst>
              <a:ext uri="{FF2B5EF4-FFF2-40B4-BE49-F238E27FC236}">
                <a16:creationId xmlns:a16="http://schemas.microsoft.com/office/drawing/2014/main" id="{6D84506C-645A-472E-A06C-3A65A7744312}"/>
              </a:ext>
            </a:extLst>
          </p:cNvPr>
          <p:cNvSpPr>
            <a:spLocks noGrp="1"/>
          </p:cNvSpPr>
          <p:nvPr>
            <p:ph type="body" sz="quarter" idx="40" hasCustomPrompt="1"/>
          </p:nvPr>
        </p:nvSpPr>
        <p:spPr>
          <a:xfrm>
            <a:off x="9180244" y="5553236"/>
            <a:ext cx="2303992" cy="504887"/>
          </a:xfrm>
          <a:prstGeom prst="rect">
            <a:avLst/>
          </a:prstGeom>
        </p:spPr>
        <p:txBody>
          <a:bodyPr anchor="ctr"/>
          <a:lstStyle>
            <a:lvl1pPr algn="ctr">
              <a:lnSpc>
                <a:spcPct val="100000"/>
              </a:lnSpc>
              <a:buNone/>
              <a:defRPr sz="1600"/>
            </a:lvl1pPr>
          </a:lstStyle>
          <a:p>
            <a:pPr lvl="0"/>
            <a:r>
              <a:rPr lang="en-US" altLang="zh-CN" dirty="0"/>
              <a:t>Type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2#Title">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45874" y="5337212"/>
            <a:ext cx="1024780" cy="1044116"/>
          </a:xfrm>
          <a:prstGeom prst="rect">
            <a:avLst/>
          </a:prstGeom>
        </p:spPr>
      </p:pic>
      <p:pic>
        <p:nvPicPr>
          <p:cNvPr id="2" name="图片 1">
            <a:extLst>
              <a:ext uri="{FF2B5EF4-FFF2-40B4-BE49-F238E27FC236}">
                <a16:creationId xmlns:a16="http://schemas.microsoft.com/office/drawing/2014/main" id="{53D558EA-276B-4D20-B94D-DD4B9ACC10AC}"/>
              </a:ext>
            </a:extLst>
          </p:cNvPr>
          <p:cNvPicPr>
            <a:picLocks noChangeAspect="1"/>
          </p:cNvPicPr>
          <p:nvPr userDrawn="1"/>
        </p:nvPicPr>
        <p:blipFill>
          <a:blip r:embed="rId3"/>
          <a:stretch>
            <a:fillRect/>
          </a:stretch>
        </p:blipFill>
        <p:spPr>
          <a:xfrm>
            <a:off x="0" y="782638"/>
            <a:ext cx="12192000" cy="3719908"/>
          </a:xfrm>
          <a:prstGeom prst="rect">
            <a:avLst/>
          </a:prstGeom>
        </p:spPr>
      </p:pic>
      <p:sp>
        <p:nvSpPr>
          <p:cNvPr id="5" name="Text Box 48"/>
          <p:cNvSpPr txBox="1">
            <a:spLocks noChangeArrowheads="1"/>
          </p:cNvSpPr>
          <p:nvPr/>
        </p:nvSpPr>
        <p:spPr bwMode="auto">
          <a:xfrm>
            <a:off x="10265828" y="4094164"/>
            <a:ext cx="1338784" cy="265566"/>
          </a:xfrm>
          <a:prstGeom prst="rect">
            <a:avLst/>
          </a:prstGeom>
          <a:noFill/>
          <a:ln w="9525">
            <a:noFill/>
            <a:miter lim="800000"/>
            <a:headEnd/>
            <a:tailEnd/>
          </a:ln>
        </p:spPr>
        <p:txBody>
          <a:bodyPr wrap="none" lIns="80115" tIns="40059" rIns="80115" bIns="40059">
            <a:spAutoFit/>
          </a:bodyPr>
          <a:lstStyle/>
          <a:p>
            <a:pPr defTabSz="801668" eaLnBrk="0" fontAlgn="base" hangingPunct="0">
              <a:defRPr/>
            </a:pPr>
            <a:r>
              <a:rPr lang="en-US" altLang="zh-CN" sz="1200" dirty="0">
                <a:solidFill>
                  <a:schemeClr val="bg1"/>
                </a:solidFill>
                <a:ea typeface="MS PGothic" pitchFamily="34" charset="-128"/>
              </a:rPr>
              <a:t>www.huawei.com</a:t>
            </a:r>
          </a:p>
        </p:txBody>
      </p:sp>
      <p:sp>
        <p:nvSpPr>
          <p:cNvPr id="1414185" name="Rectangle 41"/>
          <p:cNvSpPr>
            <a:spLocks noGrp="1" noChangeArrowheads="1"/>
          </p:cNvSpPr>
          <p:nvPr>
            <p:ph type="ctrTitle" sz="quarter" hasCustomPrompt="1"/>
          </p:nvPr>
        </p:nvSpPr>
        <p:spPr>
          <a:xfrm>
            <a:off x="1007533" y="1233488"/>
            <a:ext cx="8016792" cy="2735572"/>
          </a:xfrm>
          <a:ln algn="ctr"/>
        </p:spPr>
        <p:txBody>
          <a:bodyPr lIns="87802" tIns="43901" rIns="87802" bIns="43901"/>
          <a:lstStyle>
            <a:lvl1pPr defTabSz="784206" eaLnBrk="0" hangingPunct="0">
              <a:defRPr sz="4300">
                <a:solidFill>
                  <a:schemeClr val="bg1"/>
                </a:solidFill>
              </a:defRPr>
            </a:lvl1pPr>
          </a:lstStyle>
          <a:p>
            <a:r>
              <a:rPr lang="en-US" altLang="zh-CN" dirty="0"/>
              <a:t>Click to Edit Title</a:t>
            </a:r>
            <a:endParaRPr lang="zh-CN" altLang="en-US" dirty="0"/>
          </a:p>
        </p:txBody>
      </p:sp>
      <p:sp>
        <p:nvSpPr>
          <p:cNvPr id="7" name="Rectangle 14"/>
          <p:cNvSpPr>
            <a:spLocks noChangeArrowheads="1"/>
          </p:cNvSpPr>
          <p:nvPr userDrawn="1"/>
        </p:nvSpPr>
        <p:spPr bwMode="auto">
          <a:xfrm>
            <a:off x="970022" y="6165305"/>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n-lt"/>
                <a:ea typeface="MS PGothic" pitchFamily="34" charset="-128"/>
              </a:rPr>
              <a:t>Copyright © 2018 Huawei Technologies Co., Ltd. All rights reserved.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Foreword">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8"/>
            <a:ext cx="10560049" cy="4680000"/>
          </a:xfrm>
        </p:spPr>
        <p:txBody>
          <a:bodyPr/>
          <a:lstStyle>
            <a:lvl1pPr algn="just">
              <a:defRPr baseline="0"/>
            </a:lvl1pPr>
            <a:lvl5pPr algn="just">
              <a:defRPr/>
            </a:lvl5pPr>
          </a:lstStyle>
          <a:p>
            <a:pPr eaLnBrk="1" hangingPunct="1"/>
            <a:r>
              <a:rPr lang="en-US" altLang="zh-CN" dirty="0"/>
              <a:t>The chapter describes ...</a:t>
            </a:r>
            <a:endParaRPr lang="zh-CN" altLang="en-US" dirty="0"/>
          </a:p>
          <a:p>
            <a:pPr lvl="4"/>
            <a:endParaRPr lang="zh-CN" altLang="en-US" dirty="0"/>
          </a:p>
        </p:txBody>
      </p:sp>
      <p:sp>
        <p:nvSpPr>
          <p:cNvPr id="11" name="TextBox 10"/>
          <p:cNvSpPr txBox="1"/>
          <p:nvPr userDrawn="1"/>
        </p:nvSpPr>
        <p:spPr bwMode="auto">
          <a:xfrm>
            <a:off x="1775521" y="413177"/>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Foreword</a:t>
            </a:r>
            <a:endParaRPr lang="zh-CN" altLang="en-US" sz="3500" dirty="0">
              <a:solidFill>
                <a:srgbClr val="990000"/>
              </a:solidFill>
              <a:latin typeface="+mj-lt"/>
              <a:ea typeface="+mj-ea"/>
              <a:cs typeface="Arial" pitchFamily="34" charset="0"/>
            </a:endParaRPr>
          </a:p>
        </p:txBody>
      </p:sp>
      <p:pic>
        <p:nvPicPr>
          <p:cNvPr id="5" name="Picture 4" descr="前言 copy">
            <a:extLst>
              <a:ext uri="{FF2B5EF4-FFF2-40B4-BE49-F238E27FC236}">
                <a16:creationId xmlns:a16="http://schemas.microsoft.com/office/drawing/2014/main" id="{A305B9F6-C3FA-4633-95DC-DB272CE8C209}"/>
              </a:ext>
            </a:extLst>
          </p:cNvPr>
          <p:cNvPicPr>
            <a:picLocks noChangeAspect="1" noChangeArrowheads="1"/>
          </p:cNvPicPr>
          <p:nvPr userDrawn="1"/>
        </p:nvPicPr>
        <p:blipFill>
          <a:blip r:embed="rId2" cstate="print"/>
          <a:srcRect/>
          <a:stretch>
            <a:fillRect/>
          </a:stretch>
        </p:blipFill>
        <p:spPr bwMode="auto">
          <a:xfrm>
            <a:off x="979550" y="415675"/>
            <a:ext cx="615950" cy="617537"/>
          </a:xfrm>
          <a:prstGeom prst="rect">
            <a:avLst/>
          </a:prstGeom>
          <a:noFill/>
          <a:ln w="9525">
            <a:noFill/>
            <a:miter lim="800000"/>
            <a:headEnd/>
            <a:tailEnd/>
          </a:ln>
        </p:spPr>
      </p:pic>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Objectives">
    <p:spTree>
      <p:nvGrpSpPr>
        <p:cNvPr id="1" name=""/>
        <p:cNvGrpSpPr/>
        <p:nvPr/>
      </p:nvGrpSpPr>
      <p:grpSpPr>
        <a:xfrm>
          <a:off x="0" y="0"/>
          <a:ext cx="0" cy="0"/>
          <a:chOff x="0" y="0"/>
          <a:chExt cx="0" cy="0"/>
        </a:xfrm>
      </p:grpSpPr>
      <p:pic>
        <p:nvPicPr>
          <p:cNvPr id="10" name="Picture 14" descr="目标 copy">
            <a:extLst>
              <a:ext uri="{FF2B5EF4-FFF2-40B4-BE49-F238E27FC236}">
                <a16:creationId xmlns:a16="http://schemas.microsoft.com/office/drawing/2014/main" id="{86DEA46C-3948-446D-8ECD-C3547B564534}"/>
              </a:ext>
            </a:extLst>
          </p:cNvPr>
          <p:cNvPicPr>
            <a:picLocks noChangeAspect="1" noChangeArrowheads="1"/>
          </p:cNvPicPr>
          <p:nvPr userDrawn="1"/>
        </p:nvPicPr>
        <p:blipFill>
          <a:blip r:embed="rId2" cstate="print"/>
          <a:srcRect/>
          <a:stretch>
            <a:fillRect/>
          </a:stretch>
        </p:blipFill>
        <p:spPr bwMode="auto">
          <a:xfrm>
            <a:off x="973200" y="415675"/>
            <a:ext cx="622300" cy="623888"/>
          </a:xfrm>
          <a:prstGeom prst="rect">
            <a:avLst/>
          </a:prstGeom>
          <a:noFill/>
          <a:ln w="9525">
            <a:noFill/>
            <a:miter lim="800000"/>
            <a:headEnd/>
            <a:tailEnd/>
          </a:ln>
        </p:spPr>
      </p:pic>
      <p:sp>
        <p:nvSpPr>
          <p:cNvPr id="3" name="内容占位符 2"/>
          <p:cNvSpPr>
            <a:spLocks noGrp="1"/>
          </p:cNvSpPr>
          <p:nvPr>
            <p:ph idx="1" hasCustomPrompt="1"/>
          </p:nvPr>
        </p:nvSpPr>
        <p:spPr>
          <a:xfrm>
            <a:off x="912284" y="1233488"/>
            <a:ext cx="10558800" cy="4680000"/>
          </a:xfr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baseline="0"/>
            </a:lvl1pPr>
            <a:lvl2pPr algn="l">
              <a:defRPr>
                <a:latin typeface="+mn-lt"/>
              </a:defRPr>
            </a:lvl2pPr>
            <a:lvl3pPr algn="l">
              <a:defRPr>
                <a:latin typeface="+mn-lt"/>
              </a:defRPr>
            </a:lvl3pPr>
            <a:lvl4pPr algn="l">
              <a:defRPr>
                <a:latin typeface="+mn-lt"/>
              </a:defRPr>
            </a:lvl4pPr>
            <a:lvl5pPr algn="l">
              <a:defRPr>
                <a:latin typeface="+mn-lt"/>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a:ln>
                <a:noFill/>
              </a:ln>
              <a:solidFill>
                <a:srgbClr val="000000"/>
              </a:solidFill>
              <a:effectLst/>
              <a:uLnTx/>
              <a:uFillTx/>
              <a:latin typeface="+mn-lt"/>
              <a:ea typeface="+mn-ea"/>
              <a:cs typeface="+mn-cs"/>
            </a:endParaRP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id="{3CF492D3-DCD5-46ED-82EB-6F8FD1D85B69}"/>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Objectives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Contents">
    <p:spTree>
      <p:nvGrpSpPr>
        <p:cNvPr id="1" name=""/>
        <p:cNvGrpSpPr/>
        <p:nvPr/>
      </p:nvGrpSpPr>
      <p:grpSpPr>
        <a:xfrm>
          <a:off x="0" y="0"/>
          <a:ext cx="0" cy="0"/>
          <a:chOff x="0" y="0"/>
          <a:chExt cx="0" cy="0"/>
        </a:xfrm>
      </p:grpSpPr>
      <p:pic>
        <p:nvPicPr>
          <p:cNvPr id="12" name="Picture 18" descr="目录 copy">
            <a:extLst>
              <a:ext uri="{FF2B5EF4-FFF2-40B4-BE49-F238E27FC236}">
                <a16:creationId xmlns:a16="http://schemas.microsoft.com/office/drawing/2014/main" id="{E666519E-9173-4757-AC82-7399671F0918}"/>
              </a:ext>
            </a:extLst>
          </p:cNvPr>
          <p:cNvPicPr>
            <a:picLocks noChangeAspect="1" noChangeArrowheads="1"/>
          </p:cNvPicPr>
          <p:nvPr userDrawn="1"/>
        </p:nvPicPr>
        <p:blipFill>
          <a:blip r:embed="rId2" cstate="print"/>
          <a:srcRect/>
          <a:stretch>
            <a:fillRect/>
          </a:stretch>
        </p:blipFill>
        <p:spPr bwMode="auto">
          <a:xfrm>
            <a:off x="979550" y="415675"/>
            <a:ext cx="620713" cy="622300"/>
          </a:xfrm>
          <a:prstGeom prst="rect">
            <a:avLst/>
          </a:prstGeom>
          <a:noFill/>
          <a:ln w="9525">
            <a:noFill/>
            <a:miter lim="800000"/>
            <a:headEnd/>
            <a:tailEnd/>
          </a:ln>
        </p:spPr>
      </p:pic>
      <p:sp>
        <p:nvSpPr>
          <p:cNvPr id="8" name="文本占位符 6"/>
          <p:cNvSpPr>
            <a:spLocks noGrp="1"/>
          </p:cNvSpPr>
          <p:nvPr>
            <p:ph type="body" sz="quarter" idx="10" hasCustomPrompt="1"/>
          </p:nvPr>
        </p:nvSpPr>
        <p:spPr>
          <a:xfrm>
            <a:off x="912284" y="1233488"/>
            <a:ext cx="10558800" cy="4680000"/>
          </a:xfrm>
        </p:spPr>
        <p:txBody>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baseline="0"/>
            </a:lvl1pPr>
            <a:lvl2pPr>
              <a:buFont typeface="Wingdings" pitchFamily="2" charset="2"/>
              <a:buChar char="p"/>
              <a:defRPr/>
            </a:lvl2pPr>
            <a:lvl3pPr>
              <a:defRPr/>
            </a:lvl3pPr>
            <a:lvl5pPr>
              <a:buNone/>
              <a:defRPr/>
            </a:lvl5pPr>
          </a:lstStyle>
          <a:p>
            <a:r>
              <a:rPr lang="en-US" altLang="zh-CN" dirty="0"/>
              <a:t>Item 1</a:t>
            </a:r>
            <a:endParaRPr lang="zh-CN" altLang="en-US" dirty="0"/>
          </a:p>
        </p:txBody>
      </p:sp>
      <p:sp>
        <p:nvSpPr>
          <p:cNvPr id="9" name="TextBox 10">
            <a:extLst>
              <a:ext uri="{FF2B5EF4-FFF2-40B4-BE49-F238E27FC236}">
                <a16:creationId xmlns:a16="http://schemas.microsoft.com/office/drawing/2014/main" id="{F5FB47F1-9B44-4207-8A86-9F367BF845FE}"/>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Contents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Overview and Objectives(Optional)">
    <p:spTree>
      <p:nvGrpSpPr>
        <p:cNvPr id="1" name=""/>
        <p:cNvGrpSpPr/>
        <p:nvPr/>
      </p:nvGrpSpPr>
      <p:grpSpPr>
        <a:xfrm>
          <a:off x="0" y="0"/>
          <a:ext cx="0" cy="0"/>
          <a:chOff x="0" y="0"/>
          <a:chExt cx="0" cy="0"/>
        </a:xfrm>
      </p:grpSpPr>
      <p:pic>
        <p:nvPicPr>
          <p:cNvPr id="9" name="Picture 14" descr="目标 copy">
            <a:extLst>
              <a:ext uri="{FF2B5EF4-FFF2-40B4-BE49-F238E27FC236}">
                <a16:creationId xmlns:a16="http://schemas.microsoft.com/office/drawing/2014/main" id="{94BECCBC-F50E-4366-8BF7-204F3B2A8BF9}"/>
              </a:ext>
            </a:extLst>
          </p:cNvPr>
          <p:cNvPicPr>
            <a:picLocks noChangeAspect="1" noChangeArrowheads="1"/>
          </p:cNvPicPr>
          <p:nvPr userDrawn="1"/>
        </p:nvPicPr>
        <p:blipFill>
          <a:blip r:embed="rId2" cstate="print"/>
          <a:srcRect/>
          <a:stretch>
            <a:fillRect/>
          </a:stretch>
        </p:blipFill>
        <p:spPr bwMode="auto">
          <a:xfrm>
            <a:off x="979550" y="415675"/>
            <a:ext cx="622300" cy="623888"/>
          </a:xfrm>
          <a:prstGeom prst="rect">
            <a:avLst/>
          </a:prstGeom>
          <a:noFill/>
          <a:ln w="9525">
            <a:noFill/>
            <a:miter lim="800000"/>
            <a:headEnd/>
            <a:tailEnd/>
          </a:ln>
        </p:spPr>
      </p:pic>
      <p:sp>
        <p:nvSpPr>
          <p:cNvPr id="7" name="内容占位符 6"/>
          <p:cNvSpPr>
            <a:spLocks noGrp="1"/>
          </p:cNvSpPr>
          <p:nvPr>
            <p:ph sz="quarter" idx="10"/>
          </p:nvPr>
        </p:nvSpPr>
        <p:spPr>
          <a:xfrm>
            <a:off x="912286" y="1233487"/>
            <a:ext cx="10560049" cy="4680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TextBox 10">
            <a:extLst>
              <a:ext uri="{FF2B5EF4-FFF2-40B4-BE49-F238E27FC236}">
                <a16:creationId xmlns:a16="http://schemas.microsoft.com/office/drawing/2014/main" id="{2C70B308-C2EF-496D-80BA-A477398C4602}"/>
              </a:ext>
            </a:extLst>
          </p:cNvPr>
          <p:cNvSpPr txBox="1"/>
          <p:nvPr userDrawn="1"/>
        </p:nvSpPr>
        <p:spPr bwMode="auto">
          <a:xfrm>
            <a:off x="1775521" y="404664"/>
            <a:ext cx="9696814"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Overview and Objectives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5" y="260648"/>
            <a:ext cx="10560049" cy="868363"/>
          </a:xfrm>
        </p:spPr>
        <p:txBody>
          <a:bodyPr/>
          <a:lstStyle>
            <a:lvl1pPr>
              <a:defRPr/>
            </a:lvl1pPr>
          </a:lstStyle>
          <a:p>
            <a:r>
              <a:rPr lang="en-US" altLang="zh-CN" dirty="0"/>
              <a:t>Title</a:t>
            </a:r>
            <a:endParaRPr lang="zh-CN" altLang="en-US" dirty="0"/>
          </a:p>
        </p:txBody>
      </p:sp>
      <p:sp>
        <p:nvSpPr>
          <p:cNvPr id="3" name="文本占位符 6"/>
          <p:cNvSpPr>
            <a:spLocks noGrp="1"/>
          </p:cNvSpPr>
          <p:nvPr>
            <p:ph type="body" sz="quarter" idx="10" hasCustomPrompt="1"/>
          </p:nvPr>
        </p:nvSpPr>
        <p:spPr>
          <a:xfrm>
            <a:off x="912286" y="1233488"/>
            <a:ext cx="10560049" cy="4696170"/>
          </a:xfrm>
        </p:spPr>
        <p:txBody>
          <a:bodyPr/>
          <a:lstStyle>
            <a:lvl1pPr algn="just">
              <a:defRPr/>
            </a:lvl1pPr>
          </a:lstStyle>
          <a:p>
            <a:r>
              <a:rPr lang="en-US" altLang="zh-CN" dirty="0"/>
              <a:t>Click here to edit</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Title Only">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9609FA3-D461-4453-A662-48A2EE419220}"/>
              </a:ext>
            </a:extLst>
          </p:cNvPr>
          <p:cNvSpPr>
            <a:spLocks noGrp="1"/>
          </p:cNvSpPr>
          <p:nvPr>
            <p:ph type="title" hasCustomPrompt="1"/>
          </p:nvPr>
        </p:nvSpPr>
        <p:spPr>
          <a:xfrm>
            <a:off x="912285" y="260648"/>
            <a:ext cx="10560049" cy="868363"/>
          </a:xfrm>
        </p:spPr>
        <p:txBody>
          <a:bodyPr/>
          <a:lstStyle>
            <a:lvl1pPr>
              <a:defRPr/>
            </a:lvl1pPr>
          </a:lstStyle>
          <a:p>
            <a:r>
              <a:rPr lang="en-US" altLang="zh-CN" dirty="0"/>
              <a:t>Title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White Background">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Quiz">
    <p:spTree>
      <p:nvGrpSpPr>
        <p:cNvPr id="1" name=""/>
        <p:cNvGrpSpPr/>
        <p:nvPr/>
      </p:nvGrpSpPr>
      <p:grpSpPr>
        <a:xfrm>
          <a:off x="0" y="0"/>
          <a:ext cx="0" cy="0"/>
          <a:chOff x="0" y="0"/>
          <a:chExt cx="0" cy="0"/>
        </a:xfrm>
      </p:grpSpPr>
      <p:pic>
        <p:nvPicPr>
          <p:cNvPr id="10" name="Picture 4" descr="问题 copy">
            <a:extLst>
              <a:ext uri="{FF2B5EF4-FFF2-40B4-BE49-F238E27FC236}">
                <a16:creationId xmlns:a16="http://schemas.microsoft.com/office/drawing/2014/main" id="{B9EC52CF-68D8-43B9-A5FE-4C1BD5E226F3}"/>
              </a:ext>
            </a:extLst>
          </p:cNvPr>
          <p:cNvPicPr>
            <a:picLocks noChangeAspect="1" noChangeArrowheads="1"/>
          </p:cNvPicPr>
          <p:nvPr userDrawn="1"/>
        </p:nvPicPr>
        <p:blipFill>
          <a:blip r:embed="rId2" cstate="print"/>
          <a:srcRect/>
          <a:stretch>
            <a:fillRect/>
          </a:stretch>
        </p:blipFill>
        <p:spPr bwMode="auto">
          <a:xfrm>
            <a:off x="979550" y="415675"/>
            <a:ext cx="615950" cy="617537"/>
          </a:xfrm>
          <a:prstGeom prst="rect">
            <a:avLst/>
          </a:prstGeom>
          <a:noFill/>
          <a:ln w="9525">
            <a:noFill/>
            <a:miter lim="800000"/>
            <a:headEnd/>
            <a:tailEnd/>
          </a:ln>
        </p:spPr>
      </p:pic>
      <p:sp>
        <p:nvSpPr>
          <p:cNvPr id="4" name="文本占位符 6"/>
          <p:cNvSpPr>
            <a:spLocks noGrp="1"/>
          </p:cNvSpPr>
          <p:nvPr>
            <p:ph type="body" sz="quarter" idx="10" hasCustomPrompt="1"/>
          </p:nvPr>
        </p:nvSpPr>
        <p:spPr>
          <a:xfrm>
            <a:off x="912286" y="1233487"/>
            <a:ext cx="10560049" cy="4680000"/>
          </a:xfrm>
        </p:spPr>
        <p:txBody>
          <a:bodyPr/>
          <a:lstStyle>
            <a:lvl1pPr marL="609585" marR="0" indent="-609585" algn="just" defTabSz="801668" rtl="0" eaLnBrk="0" fontAlgn="base" latinLnBrk="0" hangingPunct="0">
              <a:lnSpc>
                <a:spcPct val="140000"/>
              </a:lnSpc>
              <a:spcBef>
                <a:spcPct val="30000"/>
              </a:spcBef>
              <a:spcAft>
                <a:spcPct val="0"/>
              </a:spcAft>
              <a:buClr>
                <a:srgbClr val="808080"/>
              </a:buClr>
              <a:buSzPct val="100000"/>
              <a:buFont typeface="+mj-lt"/>
              <a:buAutoNum type="arabicPeriod"/>
              <a:tabLst/>
              <a:defRPr sz="2000" baseline="0"/>
            </a:lvl1pPr>
            <a:lvl2pPr marL="858816" indent="-457189" algn="just">
              <a:buSzPct val="100000"/>
              <a:buFont typeface="+mj-lt"/>
              <a:buAutoNum type="alphaUcPeriod"/>
              <a:defRPr sz="1800"/>
            </a:lvl2pPr>
            <a:lvl3pPr>
              <a:defRPr/>
            </a:lvl3pPr>
            <a:lvl5pPr>
              <a:buNone/>
              <a:defRPr/>
            </a:lvl5pPr>
          </a:lstStyle>
          <a:p>
            <a:r>
              <a:rPr lang="en-US" altLang="zh-CN" dirty="0"/>
              <a:t>Question description.</a:t>
            </a:r>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zh-CN" altLang="en-US" dirty="0"/>
          </a:p>
          <a:p>
            <a:pPr marL="457200" indent="-457200">
              <a:buSzPct val="100000"/>
              <a:buFont typeface="+mj-lt"/>
              <a:buAutoNum type="arabicPeriod"/>
            </a:pPr>
            <a:endParaRPr lang="en-US" altLang="zh-CN" dirty="0"/>
          </a:p>
          <a:p>
            <a:endParaRPr lang="zh-CN" altLang="en-US" dirty="0"/>
          </a:p>
        </p:txBody>
      </p:sp>
      <p:sp>
        <p:nvSpPr>
          <p:cNvPr id="6" name="TextBox 10">
            <a:extLst>
              <a:ext uri="{FF2B5EF4-FFF2-40B4-BE49-F238E27FC236}">
                <a16:creationId xmlns:a16="http://schemas.microsoft.com/office/drawing/2014/main" id="{A9BA704C-11E4-46B2-A4EB-0AAFF407BA56}"/>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Quiz</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Section Summary(Optional)">
    <p:spTree>
      <p:nvGrpSpPr>
        <p:cNvPr id="1" name=""/>
        <p:cNvGrpSpPr/>
        <p:nvPr/>
      </p:nvGrpSpPr>
      <p:grpSpPr>
        <a:xfrm>
          <a:off x="0" y="0"/>
          <a:ext cx="0" cy="0"/>
          <a:chOff x="0" y="0"/>
          <a:chExt cx="0" cy="0"/>
        </a:xfrm>
      </p:grpSpPr>
      <p:pic>
        <p:nvPicPr>
          <p:cNvPr id="11" name="Picture 8" descr="总结 copy">
            <a:extLst>
              <a:ext uri="{FF2B5EF4-FFF2-40B4-BE49-F238E27FC236}">
                <a16:creationId xmlns:a16="http://schemas.microsoft.com/office/drawing/2014/main" id="{4222F8EE-F215-491B-B109-79B4D75D7D7A}"/>
              </a:ext>
            </a:extLst>
          </p:cNvPr>
          <p:cNvPicPr>
            <a:picLocks noChangeAspect="1" noChangeArrowheads="1"/>
          </p:cNvPicPr>
          <p:nvPr userDrawn="1"/>
        </p:nvPicPr>
        <p:blipFill>
          <a:blip r:embed="rId2" cstate="print"/>
          <a:srcRect/>
          <a:stretch>
            <a:fillRect/>
          </a:stretch>
        </p:blipFill>
        <p:spPr bwMode="auto">
          <a:xfrm>
            <a:off x="979550" y="415675"/>
            <a:ext cx="617538" cy="617537"/>
          </a:xfrm>
          <a:prstGeom prst="rect">
            <a:avLst/>
          </a:prstGeom>
          <a:noFill/>
          <a:ln w="9525">
            <a:noFill/>
            <a:miter lim="800000"/>
            <a:headEnd/>
            <a:tailEnd/>
          </a:ln>
        </p:spPr>
      </p:pic>
      <p:sp>
        <p:nvSpPr>
          <p:cNvPr id="8" name="文本占位符 6"/>
          <p:cNvSpPr>
            <a:spLocks noGrp="1"/>
          </p:cNvSpPr>
          <p:nvPr>
            <p:ph type="body" sz="quarter" idx="10" hasCustomPrompt="1"/>
          </p:nvPr>
        </p:nvSpPr>
        <p:spPr>
          <a:xfrm>
            <a:off x="912286" y="1233487"/>
            <a:ext cx="10560049" cy="4680000"/>
          </a:xfrm>
        </p:spPr>
        <p:txBody>
          <a:bodyPr/>
          <a:lstStyle>
            <a:lvl1pPr algn="just">
              <a:defRPr baseline="0"/>
            </a:lvl1pPr>
            <a:lvl5pPr>
              <a:buNone/>
              <a:defRPr/>
            </a:lvl5pPr>
          </a:lstStyle>
          <a:p>
            <a:r>
              <a:rPr lang="en-US" altLang="zh-CN" dirty="0"/>
              <a:t>Click here to edit summary</a:t>
            </a:r>
            <a:endParaRPr lang="zh-CN" altLang="en-US" dirty="0"/>
          </a:p>
        </p:txBody>
      </p:sp>
      <p:sp>
        <p:nvSpPr>
          <p:cNvPr id="10" name="TextBox 10">
            <a:extLst>
              <a:ext uri="{FF2B5EF4-FFF2-40B4-BE49-F238E27FC236}">
                <a16:creationId xmlns:a16="http://schemas.microsoft.com/office/drawing/2014/main" id="{A8A6CE51-F50E-4096-80CE-FBFC0623E82F}"/>
              </a:ext>
            </a:extLst>
          </p:cNvPr>
          <p:cNvSpPr txBox="1"/>
          <p:nvPr userDrawn="1"/>
        </p:nvSpPr>
        <p:spPr bwMode="auto">
          <a:xfrm>
            <a:off x="1775521" y="404664"/>
            <a:ext cx="4140459"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Section Summary</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Summary">
    <p:spTree>
      <p:nvGrpSpPr>
        <p:cNvPr id="1" name=""/>
        <p:cNvGrpSpPr/>
        <p:nvPr/>
      </p:nvGrpSpPr>
      <p:grpSpPr>
        <a:xfrm>
          <a:off x="0" y="0"/>
          <a:ext cx="0" cy="0"/>
          <a:chOff x="0" y="0"/>
          <a:chExt cx="0" cy="0"/>
        </a:xfrm>
      </p:grpSpPr>
      <p:sp>
        <p:nvSpPr>
          <p:cNvPr id="7" name="内容占位符 6"/>
          <p:cNvSpPr>
            <a:spLocks noGrp="1"/>
          </p:cNvSpPr>
          <p:nvPr>
            <p:ph sz="quarter" idx="10" hasCustomPrompt="1"/>
          </p:nvPr>
        </p:nvSpPr>
        <p:spPr>
          <a:xfrm>
            <a:off x="912286" y="1233488"/>
            <a:ext cx="10560049" cy="4680000"/>
          </a:xfrm>
        </p:spPr>
        <p:txBody>
          <a:bodyPr/>
          <a:lstStyle>
            <a:lvl1pPr>
              <a:defRPr baseline="0"/>
            </a:lvl1pPr>
          </a:lstStyle>
          <a:p>
            <a:pPr lvl="0"/>
            <a:r>
              <a:rPr lang="en-US" altLang="zh-CN" dirty="0"/>
              <a:t>Click to edit</a:t>
            </a:r>
            <a:endParaRPr lang="zh-CN" altLang="en-US"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Picture 8" descr="总结 copy">
            <a:extLst>
              <a:ext uri="{FF2B5EF4-FFF2-40B4-BE49-F238E27FC236}">
                <a16:creationId xmlns:a16="http://schemas.microsoft.com/office/drawing/2014/main" id="{E272E42B-B4A3-473C-93AF-FC4EAE4A976B}"/>
              </a:ext>
            </a:extLst>
          </p:cNvPr>
          <p:cNvPicPr>
            <a:picLocks noChangeAspect="1" noChangeArrowheads="1"/>
          </p:cNvPicPr>
          <p:nvPr userDrawn="1"/>
        </p:nvPicPr>
        <p:blipFill>
          <a:blip r:embed="rId2" cstate="print"/>
          <a:srcRect/>
          <a:stretch>
            <a:fillRect/>
          </a:stretch>
        </p:blipFill>
        <p:spPr bwMode="auto">
          <a:xfrm>
            <a:off x="979550" y="415675"/>
            <a:ext cx="617538" cy="617537"/>
          </a:xfrm>
          <a:prstGeom prst="rect">
            <a:avLst/>
          </a:prstGeom>
          <a:noFill/>
          <a:ln w="9525">
            <a:noFill/>
            <a:miter lim="800000"/>
            <a:headEnd/>
            <a:tailEnd/>
          </a:ln>
        </p:spPr>
      </p:pic>
      <p:sp>
        <p:nvSpPr>
          <p:cNvPr id="8" name="TextBox 10">
            <a:extLst>
              <a:ext uri="{FF2B5EF4-FFF2-40B4-BE49-F238E27FC236}">
                <a16:creationId xmlns:a16="http://schemas.microsoft.com/office/drawing/2014/main" id="{64E5DD7E-17DE-4B0E-8605-BE6E8767190C}"/>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Summary</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More Information(Optional)">
    <p:spTree>
      <p:nvGrpSpPr>
        <p:cNvPr id="1" name=""/>
        <p:cNvGrpSpPr/>
        <p:nvPr/>
      </p:nvGrpSpPr>
      <p:grpSpPr>
        <a:xfrm>
          <a:off x="0" y="0"/>
          <a:ext cx="0" cy="0"/>
          <a:chOff x="0" y="0"/>
          <a:chExt cx="0" cy="0"/>
        </a:xfrm>
      </p:grpSpPr>
      <p:pic>
        <p:nvPicPr>
          <p:cNvPr id="10" name="Picture 19" descr="前言 copy">
            <a:extLst>
              <a:ext uri="{FF2B5EF4-FFF2-40B4-BE49-F238E27FC236}">
                <a16:creationId xmlns:a16="http://schemas.microsoft.com/office/drawing/2014/main" id="{A7D8BCE6-56BD-4743-93F6-75A40E1EA344}"/>
              </a:ext>
            </a:extLst>
          </p:cNvPr>
          <p:cNvPicPr preferRelativeResize="0">
            <a:picLocks noChangeAspect="1" noChangeArrowheads="1"/>
          </p:cNvPicPr>
          <p:nvPr userDrawn="1"/>
        </p:nvPicPr>
        <p:blipFill>
          <a:blip r:embed="rId2" cstate="print"/>
          <a:srcRect/>
          <a:stretch>
            <a:fillRect/>
          </a:stretch>
        </p:blipFill>
        <p:spPr bwMode="auto">
          <a:xfrm>
            <a:off x="979550" y="415675"/>
            <a:ext cx="622300" cy="623887"/>
          </a:xfrm>
          <a:prstGeom prst="rect">
            <a:avLst/>
          </a:prstGeom>
          <a:noFill/>
          <a:ln w="9525">
            <a:noFill/>
            <a:miter lim="800000"/>
            <a:headEnd/>
            <a:tailEnd/>
          </a:ln>
        </p:spPr>
      </p:pic>
      <p:sp>
        <p:nvSpPr>
          <p:cNvPr id="9" name="文本占位符 6"/>
          <p:cNvSpPr>
            <a:spLocks noGrp="1"/>
          </p:cNvSpPr>
          <p:nvPr>
            <p:ph type="body" sz="quarter" idx="10" hasCustomPrompt="1"/>
          </p:nvPr>
        </p:nvSpPr>
        <p:spPr>
          <a:xfrm>
            <a:off x="912286" y="1233487"/>
            <a:ext cx="10560049" cy="4680000"/>
          </a:xfrm>
        </p:spPr>
        <p:txBody>
          <a:bodyPr/>
          <a:lstStyle>
            <a:lvl1pPr>
              <a:defRPr baseline="0"/>
            </a:lvl1pPr>
            <a:lvl5pPr>
              <a:buNone/>
              <a:defRPr/>
            </a:lvl5pPr>
          </a:lstStyle>
          <a:p>
            <a:r>
              <a:rPr lang="en-US" altLang="zh-CN" dirty="0"/>
              <a:t>More information for trainees</a:t>
            </a:r>
            <a:endParaRPr lang="zh-CN" altLang="en-US" dirty="0"/>
          </a:p>
        </p:txBody>
      </p:sp>
      <p:sp>
        <p:nvSpPr>
          <p:cNvPr id="8" name="TextBox 10">
            <a:extLst>
              <a:ext uri="{FF2B5EF4-FFF2-40B4-BE49-F238E27FC236}">
                <a16:creationId xmlns:a16="http://schemas.microsoft.com/office/drawing/2014/main" id="{BA8F5897-E690-40A0-8F99-0ACE4CD02117}"/>
              </a:ext>
            </a:extLst>
          </p:cNvPr>
          <p:cNvSpPr txBox="1"/>
          <p:nvPr userDrawn="1"/>
        </p:nvSpPr>
        <p:spPr bwMode="auto">
          <a:xfrm>
            <a:off x="1775521" y="404664"/>
            <a:ext cx="4392487"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More Information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Recommendations(Optional)">
    <p:spTree>
      <p:nvGrpSpPr>
        <p:cNvPr id="1" name=""/>
        <p:cNvGrpSpPr/>
        <p:nvPr/>
      </p:nvGrpSpPr>
      <p:grpSpPr>
        <a:xfrm>
          <a:off x="0" y="0"/>
          <a:ext cx="0" cy="0"/>
          <a:chOff x="0" y="0"/>
          <a:chExt cx="0" cy="0"/>
        </a:xfrm>
      </p:grpSpPr>
      <p:sp>
        <p:nvSpPr>
          <p:cNvPr id="6" name="文本占位符 6"/>
          <p:cNvSpPr>
            <a:spLocks noGrp="1"/>
          </p:cNvSpPr>
          <p:nvPr>
            <p:ph type="body" sz="quarter" idx="10"/>
          </p:nvPr>
        </p:nvSpPr>
        <p:spPr>
          <a:xfrm>
            <a:off x="912286" y="1233488"/>
            <a:ext cx="10560049" cy="4680000"/>
          </a:xfrm>
        </p:spPr>
        <p:txBody>
          <a:bodyPr/>
          <a:lstStyle/>
          <a:p>
            <a:endParaRPr lang="zh-CN" altLang="en-US" dirty="0"/>
          </a:p>
        </p:txBody>
      </p:sp>
      <p:pic>
        <p:nvPicPr>
          <p:cNvPr id="5" name="Picture 19" descr="前言 copy">
            <a:extLst>
              <a:ext uri="{FF2B5EF4-FFF2-40B4-BE49-F238E27FC236}">
                <a16:creationId xmlns:a16="http://schemas.microsoft.com/office/drawing/2014/main" id="{43CEF6D8-BA6D-46E4-85BF-513DF6622C27}"/>
              </a:ext>
            </a:extLst>
          </p:cNvPr>
          <p:cNvPicPr preferRelativeResize="0">
            <a:picLocks noChangeAspect="1" noChangeArrowheads="1"/>
          </p:cNvPicPr>
          <p:nvPr userDrawn="1"/>
        </p:nvPicPr>
        <p:blipFill>
          <a:blip r:embed="rId2" cstate="print"/>
          <a:srcRect/>
          <a:stretch>
            <a:fillRect/>
          </a:stretch>
        </p:blipFill>
        <p:spPr bwMode="auto">
          <a:xfrm>
            <a:off x="979550" y="415675"/>
            <a:ext cx="622300" cy="623887"/>
          </a:xfrm>
          <a:prstGeom prst="rect">
            <a:avLst/>
          </a:prstGeom>
          <a:noFill/>
          <a:ln w="9525">
            <a:noFill/>
            <a:miter lim="800000"/>
            <a:headEnd/>
            <a:tailEnd/>
          </a:ln>
        </p:spPr>
      </p:pic>
      <p:sp>
        <p:nvSpPr>
          <p:cNvPr id="7" name="TextBox 10">
            <a:extLst>
              <a:ext uri="{FF2B5EF4-FFF2-40B4-BE49-F238E27FC236}">
                <a16:creationId xmlns:a16="http://schemas.microsoft.com/office/drawing/2014/main" id="{4D9D7433-363E-41A7-B961-0B39EE9D9FF6}"/>
              </a:ext>
            </a:extLst>
          </p:cNvPr>
          <p:cNvSpPr txBox="1"/>
          <p:nvPr userDrawn="1"/>
        </p:nvSpPr>
        <p:spPr bwMode="auto">
          <a:xfrm>
            <a:off x="1775521" y="404664"/>
            <a:ext cx="5400599"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Recommendations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Thank You">
    <p:spTree>
      <p:nvGrpSpPr>
        <p:cNvPr id="1" name=""/>
        <p:cNvGrpSpPr/>
        <p:nvPr/>
      </p:nvGrpSpPr>
      <p:grpSpPr>
        <a:xfrm>
          <a:off x="0" y="0"/>
          <a:ext cx="0" cy="0"/>
          <a:chOff x="0" y="0"/>
          <a:chExt cx="0" cy="0"/>
        </a:xfrm>
      </p:grpSpPr>
      <p:sp>
        <p:nvSpPr>
          <p:cNvPr id="3" name="Text Box 8">
            <a:extLst>
              <a:ext uri="{FF2B5EF4-FFF2-40B4-BE49-F238E27FC236}">
                <a16:creationId xmlns:a16="http://schemas.microsoft.com/office/drawing/2014/main" id="{6C7EBDA9-788F-436D-906B-CFB309FA7913}"/>
              </a:ext>
            </a:extLst>
          </p:cNvPr>
          <p:cNvSpPr txBox="1">
            <a:spLocks noChangeArrowheads="1"/>
          </p:cNvSpPr>
          <p:nvPr userDrawn="1"/>
        </p:nvSpPr>
        <p:spPr bwMode="auto">
          <a:xfrm>
            <a:off x="4776184" y="2538915"/>
            <a:ext cx="2766206" cy="710065"/>
          </a:xfrm>
          <a:prstGeom prst="rect">
            <a:avLst/>
          </a:prstGeom>
          <a:noFill/>
          <a:ln w="9525">
            <a:noFill/>
            <a:miter lim="800000"/>
            <a:headEnd/>
            <a:tailEnd/>
          </a:ln>
        </p:spPr>
        <p:txBody>
          <a:bodyPr wrap="none" lIns="78359" tIns="39179" rIns="78359" bIns="39179">
            <a:spAutoFit/>
          </a:bodyPr>
          <a:lstStyle/>
          <a:p>
            <a:pPr defTabSz="784206" eaLnBrk="0" fontAlgn="base" hangingPunct="0">
              <a:buSzPct val="100000"/>
              <a:defRPr/>
            </a:pPr>
            <a:r>
              <a:rPr lang="en-US" altLang="zh-CN" sz="4100" dirty="0">
                <a:solidFill>
                  <a:srgbClr val="990000"/>
                </a:solidFill>
                <a:latin typeface="+mn-lt"/>
                <a:ea typeface="华文细黑" pitchFamily="2" charset="-122"/>
                <a:sym typeface="FrutigerNext LT Regular" pitchFamily="34" charset="0"/>
              </a:rPr>
              <a:t>Thank You</a:t>
            </a:r>
            <a:endParaRPr lang="zh-CN" altLang="zh-CN" sz="4100" dirty="0">
              <a:solidFill>
                <a:srgbClr val="990000"/>
              </a:solidFill>
              <a:latin typeface="+mn-lt"/>
              <a:ea typeface="华文细黑" pitchFamily="2" charset="-122"/>
              <a:sym typeface="FrutigerNext LT Regular" pitchFamily="34" charset="0"/>
            </a:endParaRPr>
          </a:p>
        </p:txBody>
      </p:sp>
      <p:sp>
        <p:nvSpPr>
          <p:cNvPr id="4" name="Text Box 9">
            <a:extLst>
              <a:ext uri="{FF2B5EF4-FFF2-40B4-BE49-F238E27FC236}">
                <a16:creationId xmlns:a16="http://schemas.microsoft.com/office/drawing/2014/main" id="{76083A0B-A0EF-485E-AD2A-89CC1D1FE21A}"/>
              </a:ext>
            </a:extLst>
          </p:cNvPr>
          <p:cNvSpPr txBox="1">
            <a:spLocks noChangeArrowheads="1"/>
          </p:cNvSpPr>
          <p:nvPr userDrawn="1"/>
        </p:nvSpPr>
        <p:spPr bwMode="auto">
          <a:xfrm>
            <a:off x="4826325" y="3204773"/>
            <a:ext cx="2539350" cy="448455"/>
          </a:xfrm>
          <a:prstGeom prst="rect">
            <a:avLst/>
          </a:prstGeom>
          <a:noFill/>
          <a:ln w="9525">
            <a:noFill/>
            <a:miter lim="800000"/>
            <a:headEnd/>
            <a:tailEnd/>
          </a:ln>
        </p:spPr>
        <p:txBody>
          <a:bodyPr wrap="none" lIns="78359" tIns="39179" rIns="78359" bIns="39179">
            <a:spAutoFit/>
          </a:bodyPr>
          <a:lstStyle/>
          <a:p>
            <a:pPr defTabSz="784206" eaLnBrk="0" hangingPunct="0">
              <a:buSzPct val="100000"/>
              <a:defRPr/>
            </a:pPr>
            <a:r>
              <a:rPr lang="zh-CN" altLang="zh-CN" sz="2400" dirty="0">
                <a:solidFill>
                  <a:srgbClr val="666666"/>
                </a:solidFill>
                <a:latin typeface="Arial" pitchFamily="34" charset="0"/>
                <a:ea typeface="MS PGothic" pitchFamily="34" charset="-128"/>
                <a:sym typeface="FrutigerNext LT Regular" pitchFamily="34" charset="0"/>
              </a:rPr>
              <a:t>www.huawei.com</a:t>
            </a:r>
          </a:p>
        </p:txBody>
      </p:sp>
      <p:pic>
        <p:nvPicPr>
          <p:cNvPr id="5" name="Picture 7" descr="5">
            <a:extLst>
              <a:ext uri="{FF2B5EF4-FFF2-40B4-BE49-F238E27FC236}">
                <a16:creationId xmlns:a16="http://schemas.microsoft.com/office/drawing/2014/main" id="{C17ADB52-66EB-40D3-ADA3-4B69C1852A42}"/>
              </a:ext>
            </a:extLst>
          </p:cNvPr>
          <p:cNvPicPr>
            <a:picLocks noChangeAspect="1" noChangeArrowheads="1"/>
          </p:cNvPicPr>
          <p:nvPr userDrawn="1"/>
        </p:nvPicPr>
        <p:blipFill>
          <a:blip r:embed="rId2" cstate="print"/>
          <a:srcRect/>
          <a:stretch>
            <a:fillRect/>
          </a:stretch>
        </p:blipFill>
        <p:spPr bwMode="auto">
          <a:xfrm>
            <a:off x="0" y="5943603"/>
            <a:ext cx="12192000" cy="931863"/>
          </a:xfrm>
          <a:prstGeom prst="rect">
            <a:avLst/>
          </a:prstGeom>
          <a:noFill/>
          <a:ln w="9525">
            <a:noFill/>
            <a:miter lim="800000"/>
            <a:headEnd/>
            <a:tailEnd/>
          </a:ln>
        </p:spPr>
      </p:pic>
    </p:spTree>
    <p:extLst>
      <p:ext uri="{BB962C8B-B14F-4D97-AF65-F5344CB8AC3E}">
        <p14:creationId xmlns:p14="http://schemas.microsoft.com/office/powerpoint/2010/main" val="2794556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58344-E56B-ACDE-7CE7-D543F65E85B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55597A61-8322-5D92-A121-4A8DA0CAC7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CED29593-C763-DF23-7361-9A0B35767C1D}"/>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1D3F66D4-83E4-B848-09A6-DB728B325673}"/>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C2D8175-1619-2F00-A51B-DAC9DD17435E}"/>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149798857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1D05-5A38-5E37-3B35-80FD4E1C1867}"/>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44C42BC1-E756-463C-F1E0-64A6FDEDA50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7B9C5EC-5465-E2D1-0F9E-AA0EB6486A6F}"/>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7E2CE21F-919C-F3F0-524F-E0F9734A1F0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858A593-4E8D-8C8A-C461-30872C2B086C}"/>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289563101"/>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C9B40-496B-897F-3A6C-E65358A7137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45253A53-0E13-F623-A298-6122C420AF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41ADCA9-F968-9B85-D293-30EA28FF1418}"/>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68733334-5746-65A7-94CF-159B2069D0E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4D2020A-5B6D-6EE4-3055-06DAD1CA7F9D}"/>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1267066400"/>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8596-042E-1355-3B39-2964BAC58D80}"/>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2E5D0704-96C0-8A3D-47A5-60B954558FA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E8359FAA-33F3-4364-BC23-A3B7E4B7B56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617293BA-D59D-4418-135C-E7D1F14129DB}"/>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6" name="Footer Placeholder 5">
            <a:extLst>
              <a:ext uri="{FF2B5EF4-FFF2-40B4-BE49-F238E27FC236}">
                <a16:creationId xmlns:a16="http://schemas.microsoft.com/office/drawing/2014/main" id="{4BB3B129-9173-932E-66C9-B72C5DD4A998}"/>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CDA0ED16-8F37-A47D-7F8E-1A356A3C4E8B}"/>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6093193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3ABCE-E272-6960-03B9-13A68CA832D8}"/>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7FC12E4A-52B9-0D65-6B99-C317F7C6D0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CD0EB68-3CAC-6282-F2E3-2B643FEAF03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A2C829DF-80E7-12D1-4BBB-7779DA6A9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00276DE-DEBF-7DE5-0E46-03D722E06AD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83B8C6F-3BBC-E83B-4763-01B659C74B25}"/>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8" name="Footer Placeholder 7">
            <a:extLst>
              <a:ext uri="{FF2B5EF4-FFF2-40B4-BE49-F238E27FC236}">
                <a16:creationId xmlns:a16="http://schemas.microsoft.com/office/drawing/2014/main" id="{1D6638A7-F638-CEA5-EF70-DFA3182F3113}"/>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3CBE135C-2BC5-5513-726A-9E4B6B488E6B}"/>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57082632"/>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6DAC8-8A6D-5E80-BC33-8E80D3DD03A8}"/>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EA8BF3D2-06B8-4CC0-5C75-F9AFBB5AAA36}"/>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4" name="Footer Placeholder 3">
            <a:extLst>
              <a:ext uri="{FF2B5EF4-FFF2-40B4-BE49-F238E27FC236}">
                <a16:creationId xmlns:a16="http://schemas.microsoft.com/office/drawing/2014/main" id="{ECC11F40-3569-5E42-1F10-1BF451ABC4F5}"/>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D1DE7CB3-8827-9E06-6F64-2C67E2D53488}"/>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2020236063"/>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2ECAA-0DD6-DED0-A3F5-8B7044425567}"/>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3" name="Footer Placeholder 2">
            <a:extLst>
              <a:ext uri="{FF2B5EF4-FFF2-40B4-BE49-F238E27FC236}">
                <a16:creationId xmlns:a16="http://schemas.microsoft.com/office/drawing/2014/main" id="{9AB9CB5A-735F-12D5-3BAE-77590C938972}"/>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73AC3949-B866-47AE-994F-7B8E2FFD08F9}"/>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05409791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32CC0-A0EF-6FDB-52D5-104DA23FDE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28A05AC9-E21B-2ACF-8412-2E6DC65D3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2DF10E9A-86F0-FB4C-2FCF-C3A4E512C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FE2D87E-0C16-66EE-4910-F4F3192AB2E4}"/>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6" name="Footer Placeholder 5">
            <a:extLst>
              <a:ext uri="{FF2B5EF4-FFF2-40B4-BE49-F238E27FC236}">
                <a16:creationId xmlns:a16="http://schemas.microsoft.com/office/drawing/2014/main" id="{8A8F4EE4-4390-28B2-105E-FF37AD8E9E2C}"/>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46D7E6D7-0B45-FB8D-C513-8D6DC5170BBB}"/>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1174296890"/>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A929-9F5C-E3B7-BEF2-7A750CE1EA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7C4FE64B-0BD9-7429-0B6C-889E77647A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BE72460-5AD2-E941-80FF-582B87AA30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E4D41B-98B0-3128-D9EA-0C3978F05D05}"/>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6" name="Footer Placeholder 5">
            <a:extLst>
              <a:ext uri="{FF2B5EF4-FFF2-40B4-BE49-F238E27FC236}">
                <a16:creationId xmlns:a16="http://schemas.microsoft.com/office/drawing/2014/main" id="{DA43173C-DA7F-0279-8D59-A8A2E685FB1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3BBF085-67E4-096E-9068-3E4352307ECA}"/>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238358892"/>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08A0C-6AAB-1E3D-5B2C-381858A47F00}"/>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B28A1CA1-0317-1F12-A8E1-26E2FC3C16F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351EEE0B-5823-9935-4F59-8FD20EEC94F7}"/>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7C693CEC-29C0-8823-5A40-ECC8511B726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8290DB9-B97B-46A3-848A-6DA9F0E23652}"/>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489790866"/>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3373F66-B6F0-8BE2-7DFB-EFA3EF4AAA4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6CCAE096-AF4C-87C1-A2D3-61637506F72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28A1F87-D6F6-C46B-3D20-43B358B241CA}"/>
              </a:ext>
            </a:extLst>
          </p:cNvPr>
          <p:cNvSpPr>
            <a:spLocks noGrp="1"/>
          </p:cNvSpPr>
          <p:nvPr>
            <p:ph type="dt" sz="half" idx="10"/>
          </p:nvPr>
        </p:nvSpPr>
        <p:spPr/>
        <p:txBody>
          <a:body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0EE0DED2-E882-7AC3-1E5C-1B866992B118}"/>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71B6113-6682-7261-3D42-31B55DFB3820}"/>
              </a:ext>
            </a:extLst>
          </p:cNvPr>
          <p:cNvSpPr>
            <a:spLocks noGrp="1"/>
          </p:cNvSpPr>
          <p:nvPr>
            <p:ph type="sldNum" sz="quarter" idx="12"/>
          </p:nvPr>
        </p:nvSpPr>
        <p:spPr/>
        <p:txBody>
          <a:bodyPr/>
          <a:lstStyle/>
          <a:p>
            <a:fld id="{1CBED15F-015A-B44B-872B-F7834B6986B6}" type="slidenum">
              <a:rPr lang="en-PK" smtClean="0"/>
              <a:t>‹#›</a:t>
            </a:fld>
            <a:endParaRPr lang="en-PK"/>
          </a:p>
        </p:txBody>
      </p:sp>
    </p:spTree>
    <p:extLst>
      <p:ext uri="{BB962C8B-B14F-4D97-AF65-F5344CB8AC3E}">
        <p14:creationId xmlns:p14="http://schemas.microsoft.com/office/powerpoint/2010/main" val="37987664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itle">
  <p:cSld name="2#Title">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45874" y="5337212"/>
            <a:ext cx="1024780" cy="1044116"/>
          </a:xfrm>
          <a:prstGeom prst="rect">
            <a:avLst/>
          </a:prstGeom>
        </p:spPr>
      </p:pic>
      <p:pic>
        <p:nvPicPr>
          <p:cNvPr id="2" name="图片 1">
            <a:extLst>
              <a:ext uri="{FF2B5EF4-FFF2-40B4-BE49-F238E27FC236}">
                <a16:creationId xmlns:a16="http://schemas.microsoft.com/office/drawing/2014/main" id="{53D558EA-276B-4D20-B94D-DD4B9ACC10AC}"/>
              </a:ext>
            </a:extLst>
          </p:cNvPr>
          <p:cNvPicPr>
            <a:picLocks noChangeAspect="1"/>
          </p:cNvPicPr>
          <p:nvPr userDrawn="1"/>
        </p:nvPicPr>
        <p:blipFill>
          <a:blip r:embed="rId3"/>
          <a:stretch>
            <a:fillRect/>
          </a:stretch>
        </p:blipFill>
        <p:spPr>
          <a:xfrm>
            <a:off x="0" y="782638"/>
            <a:ext cx="12192000" cy="3719908"/>
          </a:xfrm>
          <a:prstGeom prst="rect">
            <a:avLst/>
          </a:prstGeom>
        </p:spPr>
      </p:pic>
      <p:sp>
        <p:nvSpPr>
          <p:cNvPr id="1414185" name="Rectangle 41"/>
          <p:cNvSpPr>
            <a:spLocks noGrp="1" noChangeArrowheads="1"/>
          </p:cNvSpPr>
          <p:nvPr>
            <p:ph type="ctrTitle" sz="quarter" hasCustomPrompt="1"/>
          </p:nvPr>
        </p:nvSpPr>
        <p:spPr>
          <a:xfrm>
            <a:off x="1007533" y="1233488"/>
            <a:ext cx="8016792" cy="2735572"/>
          </a:xfrm>
          <a:ln algn="ctr"/>
        </p:spPr>
        <p:txBody>
          <a:bodyPr lIns="87802" tIns="43901" rIns="87802" bIns="43901"/>
          <a:lstStyle>
            <a:lvl1pPr defTabSz="784206" eaLnBrk="0" hangingPunct="0">
              <a:defRPr sz="4300">
                <a:solidFill>
                  <a:schemeClr val="bg1"/>
                </a:solidFill>
              </a:defRPr>
            </a:lvl1pPr>
          </a:lstStyle>
          <a:p>
            <a:r>
              <a:rPr lang="en-US" altLang="zh-CN" dirty="0"/>
              <a:t>Click to Edit Title</a:t>
            </a:r>
            <a:endParaRPr lang="zh-CN" altLang="en-US" dirty="0"/>
          </a:p>
        </p:txBody>
      </p:sp>
      <p:sp>
        <p:nvSpPr>
          <p:cNvPr id="7" name="Rectangle 14"/>
          <p:cNvSpPr>
            <a:spLocks noChangeArrowheads="1"/>
          </p:cNvSpPr>
          <p:nvPr userDrawn="1"/>
        </p:nvSpPr>
        <p:spPr bwMode="auto">
          <a:xfrm>
            <a:off x="970022" y="6165305"/>
            <a:ext cx="5174805"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n-lt"/>
                <a:ea typeface="MS PGothic" pitchFamily="34" charset="-128"/>
              </a:rPr>
              <a:t>Copyright © 2018 Huawei Technologies Co., Ltd. All rights reserved. </a:t>
            </a:r>
          </a:p>
        </p:txBody>
      </p:sp>
    </p:spTree>
    <p:extLst>
      <p:ext uri="{BB962C8B-B14F-4D97-AF65-F5344CB8AC3E}">
        <p14:creationId xmlns:p14="http://schemas.microsoft.com/office/powerpoint/2010/main" val="42772720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Foreword">
    <p:spTree>
      <p:nvGrpSpPr>
        <p:cNvPr id="1" name=""/>
        <p:cNvGrpSpPr/>
        <p:nvPr/>
      </p:nvGrpSpPr>
      <p:grpSpPr>
        <a:xfrm>
          <a:off x="0" y="0"/>
          <a:ext cx="0" cy="0"/>
          <a:chOff x="0" y="0"/>
          <a:chExt cx="0" cy="0"/>
        </a:xfrm>
      </p:grpSpPr>
      <p:sp>
        <p:nvSpPr>
          <p:cNvPr id="8" name="文本占位符 6"/>
          <p:cNvSpPr>
            <a:spLocks noGrp="1"/>
          </p:cNvSpPr>
          <p:nvPr>
            <p:ph type="body" sz="quarter" idx="10" hasCustomPrompt="1"/>
          </p:nvPr>
        </p:nvSpPr>
        <p:spPr>
          <a:xfrm>
            <a:off x="912285" y="1233488"/>
            <a:ext cx="10560049" cy="4680000"/>
          </a:xfrm>
        </p:spPr>
        <p:txBody>
          <a:bodyPr/>
          <a:lstStyle>
            <a:lvl1pPr algn="just">
              <a:defRPr baseline="0"/>
            </a:lvl1pPr>
            <a:lvl5pPr algn="just">
              <a:defRPr/>
            </a:lvl5pPr>
          </a:lstStyle>
          <a:p>
            <a:pPr eaLnBrk="1" hangingPunct="1"/>
            <a:r>
              <a:rPr lang="en-US" altLang="zh-CN" dirty="0"/>
              <a:t>The chapter describes ...</a:t>
            </a:r>
            <a:endParaRPr lang="zh-CN" altLang="en-US" dirty="0"/>
          </a:p>
          <a:p>
            <a:pPr lvl="4"/>
            <a:endParaRPr lang="zh-CN" altLang="en-US" dirty="0"/>
          </a:p>
        </p:txBody>
      </p:sp>
      <p:sp>
        <p:nvSpPr>
          <p:cNvPr id="11" name="TextBox 10"/>
          <p:cNvSpPr txBox="1"/>
          <p:nvPr userDrawn="1"/>
        </p:nvSpPr>
        <p:spPr bwMode="auto">
          <a:xfrm>
            <a:off x="1775521" y="413177"/>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Foreword</a:t>
            </a:r>
            <a:endParaRPr lang="zh-CN" altLang="en-US" sz="3500" dirty="0">
              <a:solidFill>
                <a:srgbClr val="990000"/>
              </a:solidFill>
              <a:latin typeface="+mj-lt"/>
              <a:ea typeface="+mj-ea"/>
              <a:cs typeface="Arial" pitchFamily="34" charset="0"/>
            </a:endParaRPr>
          </a:p>
        </p:txBody>
      </p:sp>
      <p:pic>
        <p:nvPicPr>
          <p:cNvPr id="5" name="Picture 4" descr="前言 copy">
            <a:extLst>
              <a:ext uri="{FF2B5EF4-FFF2-40B4-BE49-F238E27FC236}">
                <a16:creationId xmlns:a16="http://schemas.microsoft.com/office/drawing/2014/main" id="{A305B9F6-C3FA-4633-95DC-DB272CE8C209}"/>
              </a:ext>
            </a:extLst>
          </p:cNvPr>
          <p:cNvPicPr>
            <a:picLocks noChangeAspect="1" noChangeArrowheads="1"/>
          </p:cNvPicPr>
          <p:nvPr userDrawn="1"/>
        </p:nvPicPr>
        <p:blipFill>
          <a:blip r:embed="rId2" cstate="print"/>
          <a:srcRect/>
          <a:stretch>
            <a:fillRect/>
          </a:stretch>
        </p:blipFill>
        <p:spPr bwMode="auto">
          <a:xfrm>
            <a:off x="979550" y="415675"/>
            <a:ext cx="615950" cy="617537"/>
          </a:xfrm>
          <a:prstGeom prst="rect">
            <a:avLst/>
          </a:prstGeom>
          <a:noFill/>
          <a:ln w="9525">
            <a:noFill/>
            <a:miter lim="800000"/>
            <a:headEnd/>
            <a:tailEnd/>
          </a:ln>
        </p:spPr>
      </p:pic>
    </p:spTree>
    <p:extLst>
      <p:ext uri="{BB962C8B-B14F-4D97-AF65-F5344CB8AC3E}">
        <p14:creationId xmlns:p14="http://schemas.microsoft.com/office/powerpoint/2010/main" val="157423234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Objectives">
    <p:spTree>
      <p:nvGrpSpPr>
        <p:cNvPr id="1" name=""/>
        <p:cNvGrpSpPr/>
        <p:nvPr/>
      </p:nvGrpSpPr>
      <p:grpSpPr>
        <a:xfrm>
          <a:off x="0" y="0"/>
          <a:ext cx="0" cy="0"/>
          <a:chOff x="0" y="0"/>
          <a:chExt cx="0" cy="0"/>
        </a:xfrm>
      </p:grpSpPr>
      <p:pic>
        <p:nvPicPr>
          <p:cNvPr id="10" name="Picture 14" descr="目标 copy">
            <a:extLst>
              <a:ext uri="{FF2B5EF4-FFF2-40B4-BE49-F238E27FC236}">
                <a16:creationId xmlns:a16="http://schemas.microsoft.com/office/drawing/2014/main" id="{86DEA46C-3948-446D-8ECD-C3547B564534}"/>
              </a:ext>
            </a:extLst>
          </p:cNvPr>
          <p:cNvPicPr>
            <a:picLocks noChangeAspect="1" noChangeArrowheads="1"/>
          </p:cNvPicPr>
          <p:nvPr userDrawn="1"/>
        </p:nvPicPr>
        <p:blipFill>
          <a:blip r:embed="rId2" cstate="print"/>
          <a:srcRect/>
          <a:stretch>
            <a:fillRect/>
          </a:stretch>
        </p:blipFill>
        <p:spPr bwMode="auto">
          <a:xfrm>
            <a:off x="973200" y="415675"/>
            <a:ext cx="622300" cy="623888"/>
          </a:xfrm>
          <a:prstGeom prst="rect">
            <a:avLst/>
          </a:prstGeom>
          <a:noFill/>
          <a:ln w="9525">
            <a:noFill/>
            <a:miter lim="800000"/>
            <a:headEnd/>
            <a:tailEnd/>
          </a:ln>
        </p:spPr>
      </p:pic>
      <p:sp>
        <p:nvSpPr>
          <p:cNvPr id="3" name="内容占位符 2"/>
          <p:cNvSpPr>
            <a:spLocks noGrp="1"/>
          </p:cNvSpPr>
          <p:nvPr>
            <p:ph idx="1" hasCustomPrompt="1"/>
          </p:nvPr>
        </p:nvSpPr>
        <p:spPr>
          <a:xfrm>
            <a:off x="912284" y="1233488"/>
            <a:ext cx="10558800" cy="4680000"/>
          </a:xfrm>
        </p:spPr>
        <p:txBody>
          <a:bodyPr/>
          <a:lstStyle>
            <a:lvl1pPr marL="301618" marR="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baseline="0"/>
            </a:lvl1pPr>
            <a:lvl2pPr algn="l">
              <a:defRPr>
                <a:latin typeface="+mn-lt"/>
              </a:defRPr>
            </a:lvl2pPr>
            <a:lvl3pPr algn="l">
              <a:defRPr>
                <a:latin typeface="+mn-lt"/>
              </a:defRPr>
            </a:lvl3pPr>
            <a:lvl4pPr algn="l">
              <a:defRPr>
                <a:latin typeface="+mn-lt"/>
              </a:defRPr>
            </a:lvl4pPr>
            <a:lvl5pPr algn="l">
              <a:defRPr>
                <a:latin typeface="+mn-lt"/>
              </a:defRPr>
            </a:lvl5pPr>
          </a:lstStyle>
          <a:p>
            <a:pPr marL="301618" marR="0" lvl="0" indent="-301618" algn="l" defTabSz="801668" rtl="0" eaLnBrk="0" fontAlgn="base" latinLnBrk="0" hangingPunct="0">
              <a:lnSpc>
                <a:spcPct val="140000"/>
              </a:lnSpc>
              <a:spcBef>
                <a:spcPct val="30000"/>
              </a:spcBef>
              <a:spcAft>
                <a:spcPct val="0"/>
              </a:spcAft>
              <a:buClr>
                <a:srgbClr val="808080"/>
              </a:buClr>
              <a:buSzPct val="60000"/>
              <a:buFont typeface="Wingdings" pitchFamily="2" charset="2"/>
              <a:buChar char="l"/>
              <a:tabLst/>
              <a:defRPr/>
            </a:pPr>
            <a:r>
              <a:rPr kumimoji="0" lang="en-US" altLang="zh-CN" sz="2200" b="0" i="0" u="none" strike="noStrike" kern="0" cap="none" spc="0" normalizeH="0" baseline="0" noProof="0" dirty="0">
                <a:ln>
                  <a:noFill/>
                </a:ln>
                <a:solidFill>
                  <a:srgbClr val="000000"/>
                </a:solidFill>
                <a:effectLst/>
                <a:uLnTx/>
                <a:uFillTx/>
                <a:latin typeface="+mn-lt"/>
                <a:ea typeface="+mn-ea"/>
                <a:cs typeface="+mn-cs"/>
              </a:rPr>
              <a:t>On completion of this course, you will be able to:</a:t>
            </a:r>
            <a:endParaRPr kumimoji="0" lang="zh-CN" altLang="en-US" sz="2200" b="0" i="0" u="none" strike="noStrike" kern="0" cap="none" spc="0" normalizeH="0" baseline="0" noProof="0" dirty="0">
              <a:ln>
                <a:noFill/>
              </a:ln>
              <a:solidFill>
                <a:srgbClr val="000000"/>
              </a:solidFill>
              <a:effectLst/>
              <a:uLnTx/>
              <a:uFillTx/>
              <a:latin typeface="+mn-lt"/>
              <a:ea typeface="+mn-ea"/>
              <a:cs typeface="+mn-cs"/>
            </a:endParaRP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TextBox 10">
            <a:extLst>
              <a:ext uri="{FF2B5EF4-FFF2-40B4-BE49-F238E27FC236}">
                <a16:creationId xmlns:a16="http://schemas.microsoft.com/office/drawing/2014/main" id="{3CF492D3-DCD5-46ED-82EB-6F8FD1D85B69}"/>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Objectives</a:t>
            </a:r>
          </a:p>
        </p:txBody>
      </p:sp>
    </p:spTree>
    <p:extLst>
      <p:ext uri="{BB962C8B-B14F-4D97-AF65-F5344CB8AC3E}">
        <p14:creationId xmlns:p14="http://schemas.microsoft.com/office/powerpoint/2010/main" val="14132213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5#Contents">
    <p:spTree>
      <p:nvGrpSpPr>
        <p:cNvPr id="1" name=""/>
        <p:cNvGrpSpPr/>
        <p:nvPr/>
      </p:nvGrpSpPr>
      <p:grpSpPr>
        <a:xfrm>
          <a:off x="0" y="0"/>
          <a:ext cx="0" cy="0"/>
          <a:chOff x="0" y="0"/>
          <a:chExt cx="0" cy="0"/>
        </a:xfrm>
      </p:grpSpPr>
      <p:pic>
        <p:nvPicPr>
          <p:cNvPr id="12" name="Picture 18" descr="目录 copy">
            <a:extLst>
              <a:ext uri="{FF2B5EF4-FFF2-40B4-BE49-F238E27FC236}">
                <a16:creationId xmlns:a16="http://schemas.microsoft.com/office/drawing/2014/main" id="{E666519E-9173-4757-AC82-7399671F0918}"/>
              </a:ext>
            </a:extLst>
          </p:cNvPr>
          <p:cNvPicPr>
            <a:picLocks noChangeAspect="1" noChangeArrowheads="1"/>
          </p:cNvPicPr>
          <p:nvPr userDrawn="1"/>
        </p:nvPicPr>
        <p:blipFill>
          <a:blip r:embed="rId2" cstate="print"/>
          <a:srcRect/>
          <a:stretch>
            <a:fillRect/>
          </a:stretch>
        </p:blipFill>
        <p:spPr bwMode="auto">
          <a:xfrm>
            <a:off x="979550" y="415675"/>
            <a:ext cx="620713" cy="622300"/>
          </a:xfrm>
          <a:prstGeom prst="rect">
            <a:avLst/>
          </a:prstGeom>
          <a:noFill/>
          <a:ln w="9525">
            <a:noFill/>
            <a:miter lim="800000"/>
            <a:headEnd/>
            <a:tailEnd/>
          </a:ln>
        </p:spPr>
      </p:pic>
      <p:sp>
        <p:nvSpPr>
          <p:cNvPr id="8" name="文本占位符 6"/>
          <p:cNvSpPr>
            <a:spLocks noGrp="1"/>
          </p:cNvSpPr>
          <p:nvPr>
            <p:ph type="body" sz="quarter" idx="10" hasCustomPrompt="1"/>
          </p:nvPr>
        </p:nvSpPr>
        <p:spPr>
          <a:xfrm>
            <a:off x="912284" y="1233488"/>
            <a:ext cx="10558800" cy="4680000"/>
          </a:xfrm>
        </p:spPr>
        <p:txBody>
          <a:bodyPr/>
          <a:lstStyle>
            <a:lvl1pPr marL="457200" marR="0" indent="-457200" algn="l" defTabSz="801668" rtl="0" eaLnBrk="0" fontAlgn="base" latinLnBrk="0" hangingPunct="0">
              <a:lnSpc>
                <a:spcPct val="140000"/>
              </a:lnSpc>
              <a:spcBef>
                <a:spcPct val="30000"/>
              </a:spcBef>
              <a:spcAft>
                <a:spcPct val="0"/>
              </a:spcAft>
              <a:buClr>
                <a:schemeClr val="tx1"/>
              </a:buClr>
              <a:buSzPct val="100000"/>
              <a:buFont typeface="+mj-lt"/>
              <a:buAutoNum type="arabicPeriod"/>
              <a:tabLst/>
              <a:defRPr baseline="0"/>
            </a:lvl1pPr>
            <a:lvl2pPr>
              <a:buFont typeface="Wingdings" pitchFamily="2" charset="2"/>
              <a:buChar char="p"/>
              <a:defRPr/>
            </a:lvl2pPr>
            <a:lvl3pPr>
              <a:defRPr/>
            </a:lvl3pPr>
            <a:lvl5pPr>
              <a:buNone/>
              <a:defRPr/>
            </a:lvl5pPr>
          </a:lstStyle>
          <a:p>
            <a:r>
              <a:rPr lang="en-US" altLang="zh-CN" dirty="0"/>
              <a:t>Item 1</a:t>
            </a:r>
            <a:endParaRPr lang="zh-CN" altLang="en-US" dirty="0"/>
          </a:p>
        </p:txBody>
      </p:sp>
      <p:sp>
        <p:nvSpPr>
          <p:cNvPr id="9" name="TextBox 10">
            <a:extLst>
              <a:ext uri="{FF2B5EF4-FFF2-40B4-BE49-F238E27FC236}">
                <a16:creationId xmlns:a16="http://schemas.microsoft.com/office/drawing/2014/main" id="{F5FB47F1-9B44-4207-8A86-9F367BF845FE}"/>
              </a:ext>
            </a:extLst>
          </p:cNvPr>
          <p:cNvSpPr txBox="1"/>
          <p:nvPr userDrawn="1"/>
        </p:nvSpPr>
        <p:spPr bwMode="auto">
          <a:xfrm>
            <a:off x="1775521" y="404664"/>
            <a:ext cx="3696411"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Contents</a:t>
            </a:r>
          </a:p>
        </p:txBody>
      </p:sp>
    </p:spTree>
    <p:extLst>
      <p:ext uri="{BB962C8B-B14F-4D97-AF65-F5344CB8AC3E}">
        <p14:creationId xmlns:p14="http://schemas.microsoft.com/office/powerpoint/2010/main" val="268272756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7#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2285" y="260648"/>
            <a:ext cx="10560049" cy="868363"/>
          </a:xfrm>
        </p:spPr>
        <p:txBody>
          <a:bodyPr/>
          <a:lstStyle>
            <a:lvl1pPr>
              <a:defRPr/>
            </a:lvl1pPr>
          </a:lstStyle>
          <a:p>
            <a:r>
              <a:rPr lang="en-US" altLang="zh-CN" dirty="0"/>
              <a:t>Title</a:t>
            </a:r>
            <a:endParaRPr lang="zh-CN" altLang="en-US" dirty="0"/>
          </a:p>
        </p:txBody>
      </p:sp>
      <p:sp>
        <p:nvSpPr>
          <p:cNvPr id="3" name="文本占位符 6"/>
          <p:cNvSpPr>
            <a:spLocks noGrp="1"/>
          </p:cNvSpPr>
          <p:nvPr>
            <p:ph type="body" sz="quarter" idx="10" hasCustomPrompt="1"/>
          </p:nvPr>
        </p:nvSpPr>
        <p:spPr>
          <a:xfrm>
            <a:off x="912286" y="1233488"/>
            <a:ext cx="10560049" cy="4696170"/>
          </a:xfrm>
        </p:spPr>
        <p:txBody>
          <a:bodyPr/>
          <a:lstStyle>
            <a:lvl1pPr algn="just">
              <a:defRPr/>
            </a:lvl1pPr>
          </a:lstStyle>
          <a:p>
            <a:r>
              <a:rPr lang="en-US" altLang="zh-CN" dirty="0"/>
              <a:t>Click here to edit</a:t>
            </a:r>
            <a:endParaRPr lang="zh-CN" altLang="en-US" dirty="0"/>
          </a:p>
        </p:txBody>
      </p:sp>
    </p:spTree>
    <p:extLst>
      <p:ext uri="{BB962C8B-B14F-4D97-AF65-F5344CB8AC3E}">
        <p14:creationId xmlns:p14="http://schemas.microsoft.com/office/powerpoint/2010/main" val="33695954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8#Title Only">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49609FA3-D461-4453-A662-48A2EE419220}"/>
              </a:ext>
            </a:extLst>
          </p:cNvPr>
          <p:cNvSpPr>
            <a:spLocks noGrp="1"/>
          </p:cNvSpPr>
          <p:nvPr>
            <p:ph type="title" hasCustomPrompt="1"/>
          </p:nvPr>
        </p:nvSpPr>
        <p:spPr>
          <a:xfrm>
            <a:off x="912285" y="260648"/>
            <a:ext cx="10560049" cy="868363"/>
          </a:xfrm>
        </p:spPr>
        <p:txBody>
          <a:bodyPr/>
          <a:lstStyle>
            <a:lvl1pPr>
              <a:defRPr/>
            </a:lvl1pPr>
          </a:lstStyle>
          <a:p>
            <a:r>
              <a:rPr lang="en-US" altLang="zh-CN" dirty="0"/>
              <a:t>Title</a:t>
            </a:r>
            <a:endParaRPr lang="zh-CN" altLang="en-US" dirty="0"/>
          </a:p>
        </p:txBody>
      </p:sp>
    </p:spTree>
    <p:extLst>
      <p:ext uri="{BB962C8B-B14F-4D97-AF65-F5344CB8AC3E}">
        <p14:creationId xmlns:p14="http://schemas.microsoft.com/office/powerpoint/2010/main" val="35073391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1#Section Summary(Optional)">
    <p:spTree>
      <p:nvGrpSpPr>
        <p:cNvPr id="1" name=""/>
        <p:cNvGrpSpPr/>
        <p:nvPr/>
      </p:nvGrpSpPr>
      <p:grpSpPr>
        <a:xfrm>
          <a:off x="0" y="0"/>
          <a:ext cx="0" cy="0"/>
          <a:chOff x="0" y="0"/>
          <a:chExt cx="0" cy="0"/>
        </a:xfrm>
      </p:grpSpPr>
      <p:pic>
        <p:nvPicPr>
          <p:cNvPr id="11" name="Picture 8" descr="总结 copy">
            <a:extLst>
              <a:ext uri="{FF2B5EF4-FFF2-40B4-BE49-F238E27FC236}">
                <a16:creationId xmlns:a16="http://schemas.microsoft.com/office/drawing/2014/main" id="{4222F8EE-F215-491B-B109-79B4D75D7D7A}"/>
              </a:ext>
            </a:extLst>
          </p:cNvPr>
          <p:cNvPicPr>
            <a:picLocks noChangeAspect="1" noChangeArrowheads="1"/>
          </p:cNvPicPr>
          <p:nvPr userDrawn="1"/>
        </p:nvPicPr>
        <p:blipFill>
          <a:blip r:embed="rId2" cstate="print"/>
          <a:srcRect/>
          <a:stretch>
            <a:fillRect/>
          </a:stretch>
        </p:blipFill>
        <p:spPr bwMode="auto">
          <a:xfrm>
            <a:off x="979550" y="415675"/>
            <a:ext cx="617538" cy="617537"/>
          </a:xfrm>
          <a:prstGeom prst="rect">
            <a:avLst/>
          </a:prstGeom>
          <a:noFill/>
          <a:ln w="9525">
            <a:noFill/>
            <a:miter lim="800000"/>
            <a:headEnd/>
            <a:tailEnd/>
          </a:ln>
        </p:spPr>
      </p:pic>
      <p:sp>
        <p:nvSpPr>
          <p:cNvPr id="8" name="文本占位符 6"/>
          <p:cNvSpPr>
            <a:spLocks noGrp="1"/>
          </p:cNvSpPr>
          <p:nvPr>
            <p:ph type="body" sz="quarter" idx="10" hasCustomPrompt="1"/>
          </p:nvPr>
        </p:nvSpPr>
        <p:spPr>
          <a:xfrm>
            <a:off x="912286" y="1233487"/>
            <a:ext cx="10560049" cy="4680000"/>
          </a:xfrm>
        </p:spPr>
        <p:txBody>
          <a:bodyPr/>
          <a:lstStyle>
            <a:lvl1pPr algn="just">
              <a:defRPr baseline="0"/>
            </a:lvl1pPr>
            <a:lvl5pPr>
              <a:buNone/>
              <a:defRPr/>
            </a:lvl5pPr>
          </a:lstStyle>
          <a:p>
            <a:r>
              <a:rPr lang="en-US" altLang="zh-CN" dirty="0"/>
              <a:t>Click here to edit summary</a:t>
            </a:r>
            <a:endParaRPr lang="zh-CN" altLang="en-US" dirty="0"/>
          </a:p>
        </p:txBody>
      </p:sp>
      <p:sp>
        <p:nvSpPr>
          <p:cNvPr id="10" name="TextBox 10">
            <a:extLst>
              <a:ext uri="{FF2B5EF4-FFF2-40B4-BE49-F238E27FC236}">
                <a16:creationId xmlns:a16="http://schemas.microsoft.com/office/drawing/2014/main" id="{A8A6CE51-F50E-4096-80CE-FBFC0623E82F}"/>
              </a:ext>
            </a:extLst>
          </p:cNvPr>
          <p:cNvSpPr txBox="1"/>
          <p:nvPr userDrawn="1"/>
        </p:nvSpPr>
        <p:spPr bwMode="auto">
          <a:xfrm>
            <a:off x="1775521" y="404664"/>
            <a:ext cx="4140459" cy="639559"/>
          </a:xfrm>
          <a:prstGeom prst="rect">
            <a:avLst/>
          </a:prstGeom>
          <a:noFill/>
          <a:ln w="9525">
            <a:noFill/>
            <a:miter lim="800000"/>
            <a:headEnd/>
            <a:tailEnd/>
          </a:ln>
        </p:spPr>
        <p:txBody>
          <a:bodyPr wrap="square" lIns="99980" tIns="49987" rIns="99980" bIns="49987" rtlCol="0">
            <a:spAutoFit/>
          </a:bodyPr>
          <a:lstStyle/>
          <a:p>
            <a:pPr algn="l" defTabSz="1001624" eaLnBrk="0" hangingPunct="0"/>
            <a:r>
              <a:rPr lang="en-US" altLang="zh-CN" sz="3500" dirty="0">
                <a:solidFill>
                  <a:srgbClr val="990000"/>
                </a:solidFill>
                <a:latin typeface="+mj-lt"/>
                <a:ea typeface="+mj-ea"/>
                <a:cs typeface="Arial" pitchFamily="34" charset="0"/>
              </a:rPr>
              <a:t>Section Summary</a:t>
            </a:r>
          </a:p>
        </p:txBody>
      </p:sp>
    </p:spTree>
    <p:extLst>
      <p:ext uri="{BB962C8B-B14F-4D97-AF65-F5344CB8AC3E}">
        <p14:creationId xmlns:p14="http://schemas.microsoft.com/office/powerpoint/2010/main" val="17567821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5#Thank You">
    <p:spTree>
      <p:nvGrpSpPr>
        <p:cNvPr id="1" name=""/>
        <p:cNvGrpSpPr/>
        <p:nvPr/>
      </p:nvGrpSpPr>
      <p:grpSpPr>
        <a:xfrm>
          <a:off x="0" y="0"/>
          <a:ext cx="0" cy="0"/>
          <a:chOff x="0" y="0"/>
          <a:chExt cx="0" cy="0"/>
        </a:xfrm>
      </p:grpSpPr>
      <p:sp>
        <p:nvSpPr>
          <p:cNvPr id="3" name="Text Box 8">
            <a:extLst>
              <a:ext uri="{FF2B5EF4-FFF2-40B4-BE49-F238E27FC236}">
                <a16:creationId xmlns:a16="http://schemas.microsoft.com/office/drawing/2014/main" id="{6C7EBDA9-788F-436D-906B-CFB309FA7913}"/>
              </a:ext>
            </a:extLst>
          </p:cNvPr>
          <p:cNvSpPr txBox="1">
            <a:spLocks noChangeArrowheads="1"/>
          </p:cNvSpPr>
          <p:nvPr userDrawn="1"/>
        </p:nvSpPr>
        <p:spPr bwMode="auto">
          <a:xfrm>
            <a:off x="4776184" y="2538915"/>
            <a:ext cx="2766206" cy="710065"/>
          </a:xfrm>
          <a:prstGeom prst="rect">
            <a:avLst/>
          </a:prstGeom>
          <a:noFill/>
          <a:ln w="9525">
            <a:noFill/>
            <a:miter lim="800000"/>
            <a:headEnd/>
            <a:tailEnd/>
          </a:ln>
        </p:spPr>
        <p:txBody>
          <a:bodyPr wrap="none" lIns="78359" tIns="39179" rIns="78359" bIns="39179">
            <a:spAutoFit/>
          </a:bodyPr>
          <a:lstStyle/>
          <a:p>
            <a:pPr defTabSz="784206" eaLnBrk="0" fontAlgn="base" hangingPunct="0">
              <a:buSzPct val="100000"/>
              <a:defRPr/>
            </a:pPr>
            <a:r>
              <a:rPr lang="en-US" altLang="zh-CN" sz="4100" dirty="0">
                <a:solidFill>
                  <a:srgbClr val="990000"/>
                </a:solidFill>
                <a:latin typeface="+mn-lt"/>
                <a:ea typeface="华文细黑" pitchFamily="2" charset="-122"/>
                <a:sym typeface="FrutigerNext LT Regular" pitchFamily="34" charset="0"/>
              </a:rPr>
              <a:t>Thank You</a:t>
            </a:r>
            <a:endParaRPr lang="zh-CN" altLang="zh-CN" sz="4100" dirty="0">
              <a:solidFill>
                <a:srgbClr val="990000"/>
              </a:solidFill>
              <a:latin typeface="+mn-lt"/>
              <a:ea typeface="华文细黑" pitchFamily="2" charset="-122"/>
              <a:sym typeface="FrutigerNext LT Regular" pitchFamily="34" charset="0"/>
            </a:endParaRPr>
          </a:p>
        </p:txBody>
      </p:sp>
      <p:sp>
        <p:nvSpPr>
          <p:cNvPr id="4" name="Text Box 9">
            <a:extLst>
              <a:ext uri="{FF2B5EF4-FFF2-40B4-BE49-F238E27FC236}">
                <a16:creationId xmlns:a16="http://schemas.microsoft.com/office/drawing/2014/main" id="{76083A0B-A0EF-485E-AD2A-89CC1D1FE21A}"/>
              </a:ext>
            </a:extLst>
          </p:cNvPr>
          <p:cNvSpPr txBox="1">
            <a:spLocks noChangeArrowheads="1"/>
          </p:cNvSpPr>
          <p:nvPr userDrawn="1"/>
        </p:nvSpPr>
        <p:spPr bwMode="auto">
          <a:xfrm>
            <a:off x="4826325" y="3204773"/>
            <a:ext cx="2539350" cy="448455"/>
          </a:xfrm>
          <a:prstGeom prst="rect">
            <a:avLst/>
          </a:prstGeom>
          <a:noFill/>
          <a:ln w="9525">
            <a:noFill/>
            <a:miter lim="800000"/>
            <a:headEnd/>
            <a:tailEnd/>
          </a:ln>
        </p:spPr>
        <p:txBody>
          <a:bodyPr wrap="none" lIns="78359" tIns="39179" rIns="78359" bIns="39179">
            <a:spAutoFit/>
          </a:bodyPr>
          <a:lstStyle/>
          <a:p>
            <a:pPr defTabSz="784206" eaLnBrk="0" hangingPunct="0">
              <a:buSzPct val="100000"/>
              <a:defRPr/>
            </a:pPr>
            <a:r>
              <a:rPr lang="zh-CN" altLang="zh-CN" sz="2400" dirty="0">
                <a:solidFill>
                  <a:srgbClr val="666666"/>
                </a:solidFill>
                <a:latin typeface="Arial" pitchFamily="34" charset="0"/>
                <a:ea typeface="MS PGothic" pitchFamily="34" charset="-128"/>
                <a:sym typeface="FrutigerNext LT Regular" pitchFamily="34" charset="0"/>
              </a:rPr>
              <a:t>www.huawei.com</a:t>
            </a:r>
          </a:p>
        </p:txBody>
      </p:sp>
      <p:pic>
        <p:nvPicPr>
          <p:cNvPr id="5" name="Picture 7" descr="5">
            <a:extLst>
              <a:ext uri="{FF2B5EF4-FFF2-40B4-BE49-F238E27FC236}">
                <a16:creationId xmlns:a16="http://schemas.microsoft.com/office/drawing/2014/main" id="{C17ADB52-66EB-40D3-ADA3-4B69C1852A42}"/>
              </a:ext>
            </a:extLst>
          </p:cNvPr>
          <p:cNvPicPr>
            <a:picLocks noChangeAspect="1" noChangeArrowheads="1"/>
          </p:cNvPicPr>
          <p:nvPr userDrawn="1"/>
        </p:nvPicPr>
        <p:blipFill>
          <a:blip r:embed="rId2" cstate="print"/>
          <a:srcRect/>
          <a:stretch>
            <a:fillRect/>
          </a:stretch>
        </p:blipFill>
        <p:spPr bwMode="auto">
          <a:xfrm>
            <a:off x="0" y="5943603"/>
            <a:ext cx="12192000" cy="931863"/>
          </a:xfrm>
          <a:prstGeom prst="rect">
            <a:avLst/>
          </a:prstGeom>
          <a:noFill/>
          <a:ln w="9525">
            <a:noFill/>
            <a:miter lim="800000"/>
            <a:headEnd/>
            <a:tailEnd/>
          </a:ln>
        </p:spPr>
      </p:pic>
    </p:spTree>
    <p:extLst>
      <p:ext uri="{BB962C8B-B14F-4D97-AF65-F5344CB8AC3E}">
        <p14:creationId xmlns:p14="http://schemas.microsoft.com/office/powerpoint/2010/main" val="3461839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image" Target="../media/image1.png"/><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BDA6D8-569A-47F9-868D-C1EFA80585B4}"/>
              </a:ext>
            </a:extLst>
          </p:cNvPr>
          <p:cNvPicPr>
            <a:picLocks/>
          </p:cNvPicPr>
          <p:nvPr userDrawn="1"/>
        </p:nvPicPr>
        <p:blipFill>
          <a:blip r:embed="rId17"/>
          <a:stretch>
            <a:fillRect/>
          </a:stretch>
        </p:blipFill>
        <p:spPr>
          <a:xfrm>
            <a:off x="0" y="6390000"/>
            <a:ext cx="12192000" cy="468000"/>
          </a:xfrm>
          <a:prstGeom prst="rect">
            <a:avLst/>
          </a:prstGeom>
        </p:spPr>
      </p:pic>
      <p:sp>
        <p:nvSpPr>
          <p:cNvPr id="7172" name="Rectangle 6"/>
          <p:cNvSpPr>
            <a:spLocks noGrp="1" noChangeArrowheads="1"/>
          </p:cNvSpPr>
          <p:nvPr>
            <p:ph type="title"/>
          </p:nvPr>
        </p:nvSpPr>
        <p:spPr bwMode="auto">
          <a:xfrm>
            <a:off x="911424" y="262036"/>
            <a:ext cx="106023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en-US" altLang="zh-CN" dirty="0"/>
              <a:t>Click to Edit</a:t>
            </a:r>
            <a:endParaRPr lang="zh-CN" altLang="en-US" dirty="0"/>
          </a:p>
        </p:txBody>
      </p:sp>
      <p:sp>
        <p:nvSpPr>
          <p:cNvPr id="7173" name="Rectangle 57"/>
          <p:cNvSpPr>
            <a:spLocks noGrp="1" noChangeArrowheads="1"/>
          </p:cNvSpPr>
          <p:nvPr>
            <p:ph type="body" idx="1"/>
          </p:nvPr>
        </p:nvSpPr>
        <p:spPr bwMode="auto">
          <a:xfrm>
            <a:off x="911425" y="1249461"/>
            <a:ext cx="10572749" cy="5048672"/>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8" name="Rectangle 69"/>
          <p:cNvSpPr>
            <a:spLocks noChangeArrowheads="1"/>
          </p:cNvSpPr>
          <p:nvPr userDrawn="1"/>
        </p:nvSpPr>
        <p:spPr bwMode="auto">
          <a:xfrm>
            <a:off x="9408368" y="6500581"/>
            <a:ext cx="76879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n-lt"/>
                <a:ea typeface="+mn-ea"/>
                <a:cs typeface="Arial" pitchFamily="34" charset="0"/>
              </a:rPr>
              <a:t>Page</a:t>
            </a:r>
            <a:r>
              <a:rPr lang="en-US" altLang="zh-CN" sz="1200" baseline="0" dirty="0">
                <a:latin typeface="+mn-lt"/>
                <a:ea typeface="+mn-ea"/>
                <a:cs typeface="Arial" pitchFamily="34" charset="0"/>
              </a:rPr>
              <a:t> </a:t>
            </a:r>
            <a:fld id="{2F2CF7F5-F178-4429-B6CA-28062DF31937}" type="slidenum">
              <a:rPr lang="en-US" altLang="zh-CN" sz="1200" smtClean="0">
                <a:latin typeface="+mn-lt"/>
                <a:ea typeface="+mn-ea"/>
                <a:cs typeface="Arial" pitchFamily="34" charset="0"/>
              </a:rPr>
              <a:pPr defTabSz="801668" eaLnBrk="0" fontAlgn="base" hangingPunct="0">
                <a:defRPr/>
              </a:pPr>
              <a:t>‹#›</a:t>
            </a:fld>
            <a:endParaRPr lang="en-US" altLang="zh-CN" sz="1200" dirty="0">
              <a:latin typeface="+mn-lt"/>
              <a:ea typeface="+mn-ea"/>
              <a:cs typeface="Arial" pitchFamily="34" charset="0"/>
            </a:endParaRPr>
          </a:p>
        </p:txBody>
      </p:sp>
      <p:sp>
        <p:nvSpPr>
          <p:cNvPr id="10" name="Rectangle 54"/>
          <p:cNvSpPr>
            <a:spLocks noChangeArrowheads="1"/>
          </p:cNvSpPr>
          <p:nvPr userDrawn="1"/>
        </p:nvSpPr>
        <p:spPr bwMode="auto">
          <a:xfrm>
            <a:off x="947428" y="6500581"/>
            <a:ext cx="4819067"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2018 Huawei Technologies Co., Ltd. All rights reserved. </a:t>
            </a:r>
          </a:p>
        </p:txBody>
      </p:sp>
      <p:pic>
        <p:nvPicPr>
          <p:cNvPr id="2" name="图片 1"/>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671882" y="6489340"/>
            <a:ext cx="1249200" cy="273343"/>
          </a:xfrm>
          <a:prstGeom prst="rect">
            <a:avLst/>
          </a:prstGeom>
        </p:spPr>
      </p:pic>
    </p:spTree>
  </p:cSld>
  <p:clrMap bg1="lt1" tx1="dk1" bg2="lt2" tx2="dk2" accent1="accent1" accent2="accent2" accent3="accent3" accent4="accent4" accent5="accent5" accent6="accent6" hlink="hlink" folHlink="folHlink"/>
  <p:sldLayoutIdLst>
    <p:sldLayoutId id="2147483855" r:id="rId1"/>
    <p:sldLayoutId id="2147483830" r:id="rId2"/>
    <p:sldLayoutId id="2147483846" r:id="rId3"/>
    <p:sldLayoutId id="2147483826" r:id="rId4"/>
    <p:sldLayoutId id="2147483848" r:id="rId5"/>
    <p:sldLayoutId id="2147483849" r:id="rId6"/>
    <p:sldLayoutId id="2147483858" r:id="rId7"/>
    <p:sldLayoutId id="2147483828" r:id="rId8"/>
    <p:sldLayoutId id="2147483863" r:id="rId9"/>
    <p:sldLayoutId id="2147483862" r:id="rId10"/>
    <p:sldLayoutId id="2147483851" r:id="rId11"/>
    <p:sldLayoutId id="2147483852" r:id="rId12"/>
    <p:sldLayoutId id="2147483850" r:id="rId13"/>
    <p:sldLayoutId id="2147483861" r:id="rId14"/>
    <p:sldLayoutId id="2147483864" r:id="rId15"/>
  </p:sldLayoutIdLst>
  <p:hf hdr="0" ftr="0" dt="0"/>
  <p:txStyles>
    <p:titleStyle>
      <a:lvl1pPr algn="l" defTabSz="801668" rtl="0" eaLnBrk="0" fontAlgn="base" hangingPunct="0">
        <a:spcBef>
          <a:spcPct val="0"/>
        </a:spcBef>
        <a:spcAft>
          <a:spcPct val="0"/>
        </a:spcAft>
        <a:defRPr sz="3500" baseline="0">
          <a:solidFill>
            <a:srgbClr val="990000"/>
          </a:solidFill>
          <a:latin typeface="+mj-lt"/>
          <a:ea typeface="+mj-ea"/>
          <a:cs typeface="+mj-cs"/>
        </a:defRPr>
      </a:lvl1pPr>
      <a:lvl2pPr algn="l" defTabSz="801668" rtl="0" eaLnBrk="0" fontAlgn="base" hangingPunct="0">
        <a:spcBef>
          <a:spcPct val="0"/>
        </a:spcBef>
        <a:spcAft>
          <a:spcPct val="0"/>
        </a:spcAft>
        <a:defRPr sz="3500">
          <a:solidFill>
            <a:srgbClr val="990000"/>
          </a:solidFill>
          <a:latin typeface="FrutigerNext LT Medium" pitchFamily="34" charset="0"/>
          <a:ea typeface="黑体" pitchFamily="2" charset="-122"/>
        </a:defRPr>
      </a:lvl2pPr>
      <a:lvl3pPr algn="l" defTabSz="801668" rtl="0" eaLnBrk="0" fontAlgn="base" hangingPunct="0">
        <a:spcBef>
          <a:spcPct val="0"/>
        </a:spcBef>
        <a:spcAft>
          <a:spcPct val="0"/>
        </a:spcAft>
        <a:defRPr sz="3500">
          <a:solidFill>
            <a:srgbClr val="990000"/>
          </a:solidFill>
          <a:latin typeface="FrutigerNext LT Medium" pitchFamily="34" charset="0"/>
          <a:ea typeface="黑体" pitchFamily="2" charset="-122"/>
        </a:defRPr>
      </a:lvl3pPr>
      <a:lvl4pPr algn="l" defTabSz="801668" rtl="0" eaLnBrk="0" fontAlgn="base" hangingPunct="0">
        <a:spcBef>
          <a:spcPct val="0"/>
        </a:spcBef>
        <a:spcAft>
          <a:spcPct val="0"/>
        </a:spcAft>
        <a:defRPr sz="3500">
          <a:solidFill>
            <a:srgbClr val="990000"/>
          </a:solidFill>
          <a:latin typeface="FrutigerNext LT Medium" pitchFamily="34" charset="0"/>
          <a:ea typeface="黑体" pitchFamily="2" charset="-122"/>
        </a:defRPr>
      </a:lvl4pPr>
      <a:lvl5pPr algn="l" defTabSz="801668" rtl="0" eaLnBrk="0" fontAlgn="base" hangingPunct="0">
        <a:spcBef>
          <a:spcPct val="0"/>
        </a:spcBef>
        <a:spcAft>
          <a:spcPct val="0"/>
        </a:spcAft>
        <a:defRPr sz="3500">
          <a:solidFill>
            <a:srgbClr val="990000"/>
          </a:solidFill>
          <a:latin typeface="FrutigerNext LT Medium" pitchFamily="34" charset="0"/>
          <a:ea typeface="黑体" pitchFamily="2" charset="-122"/>
        </a:defRPr>
      </a:lvl5pPr>
      <a:lvl6pPr marL="457189" algn="l" defTabSz="801668" rtl="0" fontAlgn="base">
        <a:spcBef>
          <a:spcPct val="0"/>
        </a:spcBef>
        <a:spcAft>
          <a:spcPct val="0"/>
        </a:spcAft>
        <a:defRPr sz="3500">
          <a:solidFill>
            <a:srgbClr val="990000"/>
          </a:solidFill>
          <a:latin typeface="FrutigerNext LT Medium" pitchFamily="34" charset="0"/>
          <a:ea typeface="黑体" pitchFamily="2" charset="-122"/>
        </a:defRPr>
      </a:lvl6pPr>
      <a:lvl7pPr marL="914377" algn="l" defTabSz="801668" rtl="0" fontAlgn="base">
        <a:spcBef>
          <a:spcPct val="0"/>
        </a:spcBef>
        <a:spcAft>
          <a:spcPct val="0"/>
        </a:spcAft>
        <a:defRPr sz="3500">
          <a:solidFill>
            <a:srgbClr val="990000"/>
          </a:solidFill>
          <a:latin typeface="FrutigerNext LT Medium" pitchFamily="34" charset="0"/>
          <a:ea typeface="黑体" pitchFamily="2" charset="-122"/>
        </a:defRPr>
      </a:lvl7pPr>
      <a:lvl8pPr marL="1371566" algn="l" defTabSz="801668" rtl="0" fontAlgn="base">
        <a:spcBef>
          <a:spcPct val="0"/>
        </a:spcBef>
        <a:spcAft>
          <a:spcPct val="0"/>
        </a:spcAft>
        <a:defRPr sz="3500">
          <a:solidFill>
            <a:srgbClr val="990000"/>
          </a:solidFill>
          <a:latin typeface="FrutigerNext LT Medium" pitchFamily="34" charset="0"/>
          <a:ea typeface="黑体" pitchFamily="2" charset="-122"/>
        </a:defRPr>
      </a:lvl8pPr>
      <a:lvl9pPr marL="1828754" algn="l" defTabSz="801668" rtl="0" fontAlgn="base">
        <a:spcBef>
          <a:spcPct val="0"/>
        </a:spcBef>
        <a:spcAft>
          <a:spcPct val="0"/>
        </a:spcAft>
        <a:defRPr sz="3500">
          <a:solidFill>
            <a:srgbClr val="990000"/>
          </a:solidFill>
          <a:latin typeface="FrutigerNext LT Medium" pitchFamily="34" charset="0"/>
          <a:ea typeface="黑体" pitchFamily="2" charset="-122"/>
        </a:defRPr>
      </a:lvl9pPr>
    </p:titleStyle>
    <p:bodyStyle>
      <a:lvl1pPr marL="301618" indent="-301618" algn="l" defTabSz="801668" rtl="0" eaLnBrk="0" fontAlgn="base" hangingPunct="1">
        <a:lnSpc>
          <a:spcPct val="140000"/>
        </a:lnSpc>
        <a:spcBef>
          <a:spcPct val="30000"/>
        </a:spcBef>
        <a:spcAft>
          <a:spcPct val="0"/>
        </a:spcAft>
        <a:buClr>
          <a:srgbClr val="808080"/>
        </a:buClr>
        <a:buSzPct val="60000"/>
        <a:buFont typeface="Wingdings" pitchFamily="2" charset="2"/>
        <a:buChar char="l"/>
        <a:defRPr sz="2200">
          <a:solidFill>
            <a:schemeClr val="tx1"/>
          </a:solidFill>
          <a:latin typeface="+mn-lt"/>
          <a:ea typeface="+mn-ea"/>
          <a:cs typeface="+mn-cs"/>
        </a:defRPr>
      </a:lvl1pPr>
      <a:lvl2pPr marL="654034" indent="-252407" algn="l" defTabSz="801668" rtl="0" eaLnBrk="0"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275" indent="-201608" algn="l" defTabSz="801668" rtl="0" eaLnBrk="0"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40" indent="-198434" algn="l" defTabSz="801668" rtl="0" eaLnBrk="0" fontAlgn="base" hangingPunct="1">
        <a:lnSpc>
          <a:spcPct val="140000"/>
        </a:lnSpc>
        <a:spcBef>
          <a:spcPct val="30000"/>
        </a:spcBef>
        <a:spcAft>
          <a:spcPct val="0"/>
        </a:spcAft>
        <a:buChar char="–"/>
        <a:defRPr sz="1600">
          <a:solidFill>
            <a:schemeClr val="tx1"/>
          </a:solidFill>
          <a:latin typeface="+mj-lt"/>
          <a:ea typeface="+mn-ea"/>
        </a:defRPr>
      </a:lvl4pPr>
      <a:lvl5pPr marL="1801768" indent="-201608" algn="l" defTabSz="801668" rtl="0" eaLnBrk="0"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8957" indent="-201608" algn="l" defTabSz="80166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145" indent="-201608" algn="l" defTabSz="80166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334" indent="-201608" algn="l" defTabSz="80166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523" indent="-201608" algn="l" defTabSz="80166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35" userDrawn="1">
          <p15:clr>
            <a:srgbClr val="F26B43"/>
          </p15:clr>
        </p15:guide>
        <p15:guide id="2" pos="3840" userDrawn="1">
          <p15:clr>
            <a:srgbClr val="F26B43"/>
          </p15:clr>
        </p15:guide>
        <p15:guide id="3" pos="7227" userDrawn="1">
          <p15:clr>
            <a:srgbClr val="F26B43"/>
          </p15:clr>
        </p15:guide>
        <p15:guide id="4" orient="horz" pos="777" userDrawn="1">
          <p15:clr>
            <a:srgbClr val="F26B43"/>
          </p15:clr>
        </p15:guide>
        <p15:guide id="5" orient="horz" pos="4020" userDrawn="1">
          <p15:clr>
            <a:srgbClr val="F26B43"/>
          </p15:clr>
        </p15:guide>
        <p15:guide id="7" orient="horz" pos="234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5E140-0808-EBAA-5EB0-540AF7AB73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B1707E2D-CDED-D6A3-8111-F376B25FDC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824DB11-D715-1A38-79C0-45ECC21FD2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FF8E81-B409-0D48-B5BE-04129A2FC715}" type="datetimeFigureOut">
              <a:rPr lang="en-PK" smtClean="0"/>
              <a:t>12/09/2024</a:t>
            </a:fld>
            <a:endParaRPr lang="en-PK"/>
          </a:p>
        </p:txBody>
      </p:sp>
      <p:sp>
        <p:nvSpPr>
          <p:cNvPr id="5" name="Footer Placeholder 4">
            <a:extLst>
              <a:ext uri="{FF2B5EF4-FFF2-40B4-BE49-F238E27FC236}">
                <a16:creationId xmlns:a16="http://schemas.microsoft.com/office/drawing/2014/main" id="{EF600B40-7B99-6763-B1D1-A6A5B3EDAB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17838100-6D31-AE1F-18F2-2A69457EE9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BED15F-015A-B44B-872B-F7834B6986B6}" type="slidenum">
              <a:rPr lang="en-PK" smtClean="0"/>
              <a:t>‹#›</a:t>
            </a:fld>
            <a:endParaRPr lang="en-PK"/>
          </a:p>
        </p:txBody>
      </p:sp>
      <p:pic>
        <p:nvPicPr>
          <p:cNvPr id="7" name="图片 2">
            <a:extLst>
              <a:ext uri="{FF2B5EF4-FFF2-40B4-BE49-F238E27FC236}">
                <a16:creationId xmlns:a16="http://schemas.microsoft.com/office/drawing/2014/main" id="{5CCB023C-5EBF-2621-4D42-2060AA74FB06}"/>
              </a:ext>
            </a:extLst>
          </p:cNvPr>
          <p:cNvPicPr>
            <a:picLocks/>
          </p:cNvPicPr>
          <p:nvPr userDrawn="1"/>
        </p:nvPicPr>
        <p:blipFill>
          <a:blip r:embed="rId21"/>
          <a:stretch>
            <a:fillRect/>
          </a:stretch>
        </p:blipFill>
        <p:spPr>
          <a:xfrm>
            <a:off x="0" y="6390000"/>
            <a:ext cx="12192000" cy="468000"/>
          </a:xfrm>
          <a:prstGeom prst="rect">
            <a:avLst/>
          </a:prstGeom>
        </p:spPr>
      </p:pic>
      <p:sp>
        <p:nvSpPr>
          <p:cNvPr id="8" name="Rectangle 69">
            <a:extLst>
              <a:ext uri="{FF2B5EF4-FFF2-40B4-BE49-F238E27FC236}">
                <a16:creationId xmlns:a16="http://schemas.microsoft.com/office/drawing/2014/main" id="{4BE6627D-6309-E776-E679-57F761FCFED5}"/>
              </a:ext>
            </a:extLst>
          </p:cNvPr>
          <p:cNvSpPr>
            <a:spLocks noChangeArrowheads="1"/>
          </p:cNvSpPr>
          <p:nvPr userDrawn="1"/>
        </p:nvSpPr>
        <p:spPr bwMode="auto">
          <a:xfrm>
            <a:off x="9408368" y="6500581"/>
            <a:ext cx="768792"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n-lt"/>
                <a:ea typeface="+mn-ea"/>
                <a:cs typeface="Arial" pitchFamily="34" charset="0"/>
              </a:rPr>
              <a:t>Page</a:t>
            </a:r>
            <a:r>
              <a:rPr lang="en-US" altLang="zh-CN" sz="1200" baseline="0" dirty="0">
                <a:latin typeface="+mn-lt"/>
                <a:ea typeface="+mn-ea"/>
                <a:cs typeface="Arial" pitchFamily="34" charset="0"/>
              </a:rPr>
              <a:t> </a:t>
            </a:r>
            <a:fld id="{2F2CF7F5-F178-4429-B6CA-28062DF31937}" type="slidenum">
              <a:rPr lang="en-US" altLang="zh-CN" sz="1200" smtClean="0">
                <a:latin typeface="+mn-lt"/>
                <a:ea typeface="+mn-ea"/>
                <a:cs typeface="Arial" pitchFamily="34" charset="0"/>
              </a:rPr>
              <a:pPr defTabSz="801668" eaLnBrk="0" fontAlgn="base" hangingPunct="0">
                <a:defRPr/>
              </a:pPr>
              <a:t>‹#›</a:t>
            </a:fld>
            <a:endParaRPr lang="en-US" altLang="zh-CN" sz="1200" dirty="0">
              <a:latin typeface="+mn-lt"/>
              <a:ea typeface="+mn-ea"/>
              <a:cs typeface="Arial" pitchFamily="34" charset="0"/>
            </a:endParaRPr>
          </a:p>
        </p:txBody>
      </p:sp>
      <p:sp>
        <p:nvSpPr>
          <p:cNvPr id="9" name="Rectangle 54">
            <a:extLst>
              <a:ext uri="{FF2B5EF4-FFF2-40B4-BE49-F238E27FC236}">
                <a16:creationId xmlns:a16="http://schemas.microsoft.com/office/drawing/2014/main" id="{7AD20DCA-85E9-8448-F637-8474D8C2F4D2}"/>
              </a:ext>
            </a:extLst>
          </p:cNvPr>
          <p:cNvSpPr>
            <a:spLocks noChangeArrowheads="1"/>
          </p:cNvSpPr>
          <p:nvPr userDrawn="1"/>
        </p:nvSpPr>
        <p:spPr bwMode="auto">
          <a:xfrm>
            <a:off x="947428" y="6500581"/>
            <a:ext cx="4819067" cy="265552"/>
          </a:xfrm>
          <a:prstGeom prst="rect">
            <a:avLst/>
          </a:prstGeom>
          <a:noFill/>
          <a:ln w="9525" algn="ctr">
            <a:noFill/>
            <a:miter lim="800000"/>
            <a:headEnd/>
            <a:tailEnd/>
          </a:ln>
          <a:effectLst/>
        </p:spPr>
        <p:txBody>
          <a:bodyPr wrap="none" lIns="80101" tIns="40052" rIns="80101" bIns="40052">
            <a:spAutoFit/>
          </a:bodyPr>
          <a:lstStyle/>
          <a:p>
            <a:pPr defTabSz="801668" eaLnBrk="0" fontAlgn="base" hangingPunct="0">
              <a:defRPr/>
            </a:pPr>
            <a:r>
              <a:rPr lang="en-US" altLang="zh-CN" sz="1200" dirty="0">
                <a:latin typeface="+mj-lt"/>
                <a:ea typeface="MS PGothic" pitchFamily="34" charset="-128"/>
                <a:cs typeface="Arial" pitchFamily="34" charset="0"/>
              </a:rPr>
              <a:t>Copyright © 2018 Huawei Technologies Co., Ltd. All rights reserved. </a:t>
            </a:r>
          </a:p>
        </p:txBody>
      </p:sp>
      <p:pic>
        <p:nvPicPr>
          <p:cNvPr id="10" name="图片 1">
            <a:extLst>
              <a:ext uri="{FF2B5EF4-FFF2-40B4-BE49-F238E27FC236}">
                <a16:creationId xmlns:a16="http://schemas.microsoft.com/office/drawing/2014/main" id="{C67225C9-3EF9-9C03-B2DD-102502EF5463}"/>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671882" y="6489340"/>
            <a:ext cx="1249200" cy="273343"/>
          </a:xfrm>
          <a:prstGeom prst="rect">
            <a:avLst/>
          </a:prstGeom>
        </p:spPr>
      </p:pic>
    </p:spTree>
    <p:extLst>
      <p:ext uri="{BB962C8B-B14F-4D97-AF65-F5344CB8AC3E}">
        <p14:creationId xmlns:p14="http://schemas.microsoft.com/office/powerpoint/2010/main" val="3633495348"/>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 id="2147483978" r:id="rId13"/>
    <p:sldLayoutId id="2147483979" r:id="rId14"/>
    <p:sldLayoutId id="2147483980" r:id="rId15"/>
    <p:sldLayoutId id="2147483981" r:id="rId16"/>
    <p:sldLayoutId id="2147483982" r:id="rId17"/>
    <p:sldLayoutId id="2147483983" r:id="rId18"/>
    <p:sldLayoutId id="2147483984"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35" userDrawn="1">
          <p15:clr>
            <a:srgbClr val="F26B43"/>
          </p15:clr>
        </p15:guide>
        <p15:guide id="2" pos="3840" userDrawn="1">
          <p15:clr>
            <a:srgbClr val="F26B43"/>
          </p15:clr>
        </p15:guide>
        <p15:guide id="3" pos="7227" userDrawn="1">
          <p15:clr>
            <a:srgbClr val="F26B43"/>
          </p15:clr>
        </p15:guide>
        <p15:guide id="4" orient="horz" pos="777" userDrawn="1">
          <p15:clr>
            <a:srgbClr val="F26B43"/>
          </p15:clr>
        </p15:guide>
        <p15:guide id="5" orient="horz" pos="4020" userDrawn="1">
          <p15:clr>
            <a:srgbClr val="F26B43"/>
          </p15:clr>
        </p15:guide>
        <p15:guide id="6" orient="horz" pos="234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3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4.xml"/><Relationship Id="rId1" Type="http://schemas.openxmlformats.org/officeDocument/2006/relationships/slideLayout" Target="../slideLayouts/slideLayout3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5.xml"/><Relationship Id="rId1" Type="http://schemas.openxmlformats.org/officeDocument/2006/relationships/slideLayout" Target="../slideLayouts/slideLayout31.xml"/><Relationship Id="rId5" Type="http://schemas.openxmlformats.org/officeDocument/2006/relationships/image" Target="../media/image23.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1.xml"/><Relationship Id="rId6" Type="http://schemas.openxmlformats.org/officeDocument/2006/relationships/image" Target="../media/image25.png"/><Relationship Id="rId5" Type="http://schemas.openxmlformats.org/officeDocument/2006/relationships/image" Target="../media/image16.png"/><Relationship Id="rId4" Type="http://schemas.openxmlformats.org/officeDocument/2006/relationships/image" Target="../media/image21.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0.xml"/><Relationship Id="rId1" Type="http://schemas.openxmlformats.org/officeDocument/2006/relationships/slideLayout" Target="../slideLayouts/slideLayout3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3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1.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3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3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0.xml"/><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3.xml"/><Relationship Id="rId1" Type="http://schemas.openxmlformats.org/officeDocument/2006/relationships/slideLayout" Target="../slideLayouts/slideLayout32.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0.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31.xml"/><Relationship Id="rId5" Type="http://schemas.openxmlformats.org/officeDocument/2006/relationships/image" Target="../media/image35.png"/><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1.xml"/><Relationship Id="rId1" Type="http://schemas.openxmlformats.org/officeDocument/2006/relationships/slideLayout" Target="../slideLayouts/slideLayout3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62.xml"/><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67903791"/>
          <p:cNvSpPr>
            <a:spLocks noGrp="1"/>
          </p:cNvSpPr>
          <p:nvPr>
            <p:ph type="ctrTitle" sz="quarter"/>
          </p:nvPr>
        </p:nvSpPr>
        <p:spPr/>
        <p:txBody>
          <a:bodyPr>
            <a:normAutofit/>
          </a:bodyPr>
          <a:lstStyle/>
          <a:p>
            <a:r>
              <a:rPr lang="en-US" altLang="zh-CN" dirty="0"/>
              <a:t>Common Server Types and Threats</a:t>
            </a:r>
            <a:br>
              <a:rPr lang="en-US" altLang="zh-CN" dirty="0"/>
            </a:br>
            <a:br>
              <a:rPr lang="en-US" altLang="zh-CN" dirty="0"/>
            </a:br>
            <a:r>
              <a:rPr lang="en-US" altLang="zh-CN" dirty="0"/>
              <a:t>ISC FA24</a:t>
            </a:r>
            <a:br>
              <a:rPr lang="en-US" altLang="zh-CN" dirty="0"/>
            </a:br>
            <a:endParaRPr lang="en-US" altLang="zh-CN" dirty="0"/>
          </a:p>
        </p:txBody>
      </p:sp>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square" anchor="ctr">
            <a:noAutofit/>
          </a:bodyPr>
          <a:lstStyle/>
          <a:p>
            <a:pPr fontAlgn="ctr"/>
            <a:endParaRPr lang="en-US" altLang="zh-CN" dirty="0"/>
          </a:p>
        </p:txBody>
      </p:sp>
    </p:spTree>
    <p:extLst>
      <p:ext uri="{BB962C8B-B14F-4D97-AF65-F5344CB8AC3E}">
        <p14:creationId xmlns:p14="http://schemas.microsoft.com/office/powerpoint/2010/main" val="3620258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845487707">
            <a:extLst>
              <a:ext uri="{FF2B5EF4-FFF2-40B4-BE49-F238E27FC236}">
                <a16:creationId xmlns:a16="http://schemas.microsoft.com/office/drawing/2014/main" id="{BCC7BE67-FF69-465F-944B-8361DF971089}"/>
              </a:ext>
            </a:extLst>
          </p:cNvPr>
          <p:cNvSpPr>
            <a:spLocks noGrp="1"/>
          </p:cNvSpPr>
          <p:nvPr>
            <p:ph type="body" sz="quarter" idx="10"/>
          </p:nvPr>
        </p:nvSpPr>
        <p:spPr/>
        <p:txBody>
          <a:bodyPr/>
          <a:lstStyle/>
          <a:p>
            <a:r>
              <a:rPr lang="en-US" altLang="zh-CN" dirty="0"/>
              <a:t>In a broad sense, a server is a computer system that provides services to other machines over a network.</a:t>
            </a:r>
          </a:p>
          <a:p>
            <a:r>
              <a:rPr lang="en-US" altLang="zh-CN" dirty="0"/>
              <a:t>More specifically, a server is a high-performance computer that provides business services to external computers through a network. Therefore, servers require higher stability, security, and performance than common PCs.</a:t>
            </a:r>
          </a:p>
        </p:txBody>
      </p:sp>
    </p:spTree>
    <p:extLst>
      <p:ext uri="{BB962C8B-B14F-4D97-AF65-F5344CB8AC3E}">
        <p14:creationId xmlns:p14="http://schemas.microsoft.com/office/powerpoint/2010/main" val="3920582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167660863"/>
          <p:cNvSpPr>
            <a:spLocks noGrp="1"/>
          </p:cNvSpPr>
          <p:nvPr>
            <p:ph idx="1"/>
          </p:nvPr>
        </p:nvSpPr>
        <p:spPr/>
        <p:txBody>
          <a:bodyPr/>
          <a:lstStyle/>
          <a:p>
            <a:r>
              <a:rPr lang="en-US" altLang="zh-CN" dirty="0"/>
              <a:t>Upon completion of this course, you will be able to describe:</a:t>
            </a:r>
          </a:p>
          <a:p>
            <a:pPr lvl="1"/>
            <a:r>
              <a:rPr lang="en-US" altLang="zh-CN" dirty="0"/>
              <a:t>Categories of servers</a:t>
            </a:r>
          </a:p>
          <a:p>
            <a:pPr lvl="1"/>
            <a:r>
              <a:rPr lang="en-US" altLang="zh-CN" dirty="0"/>
              <a:t>Functions of common servers</a:t>
            </a:r>
          </a:p>
          <a:p>
            <a:pPr lvl="1"/>
            <a:r>
              <a:rPr lang="en-US" altLang="zh-CN" dirty="0"/>
              <a:t>Security threats to common servers</a:t>
            </a:r>
          </a:p>
          <a:p>
            <a:pPr lvl="1"/>
            <a:r>
              <a:rPr lang="en-US" altLang="zh-CN" dirty="0"/>
              <a:t>Vulnerabilities and patches</a:t>
            </a:r>
          </a:p>
        </p:txBody>
      </p:sp>
    </p:spTree>
    <p:extLst>
      <p:ext uri="{BB962C8B-B14F-4D97-AF65-F5344CB8AC3E}">
        <p14:creationId xmlns:p14="http://schemas.microsoft.com/office/powerpoint/2010/main" val="1844402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461988668"/>
          <p:cNvSpPr>
            <a:spLocks noGrp="1"/>
          </p:cNvSpPr>
          <p:nvPr>
            <p:ph type="body" sz="quarter" idx="10"/>
          </p:nvPr>
        </p:nvSpPr>
        <p:spPr/>
        <p:txBody>
          <a:bodyPr wrap="square">
            <a:noAutofit/>
          </a:bodyPr>
          <a:lstStyle/>
          <a:p>
            <a:pPr fontAlgn="ctr"/>
            <a:r>
              <a:rPr lang="en-US" altLang="zh-CN" b="1" dirty="0">
                <a:latin typeface="微软雅黑" panose="020B0503020204020204" pitchFamily="34" charset="-122"/>
                <a:ea typeface="微软雅黑" panose="020B0503020204020204" pitchFamily="34" charset="-122"/>
              </a:rPr>
              <a:t>Server Overview</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Common Server Software</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Security Threats</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Vulnerabilities and Patches</a:t>
            </a:r>
          </a:p>
          <a:p>
            <a:pPr fontAlgn="ct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41580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89530544"/>
          <p:cNvSpPr>
            <a:spLocks noGrp="1"/>
          </p:cNvSpPr>
          <p:nvPr>
            <p:ph type="title"/>
          </p:nvPr>
        </p:nvSpPr>
        <p:spPr/>
        <p:txBody>
          <a:bodyPr/>
          <a:lstStyle/>
          <a:p>
            <a:r>
              <a:rPr lang="en-US" altLang="zh-CN" dirty="0"/>
              <a:t>What is a Server?</a:t>
            </a:r>
          </a:p>
        </p:txBody>
      </p:sp>
      <p:sp>
        <p:nvSpPr>
          <p:cNvPr id="4" name="1143389346"/>
          <p:cNvSpPr>
            <a:spLocks noGrp="1"/>
          </p:cNvSpPr>
          <p:nvPr>
            <p:ph type="body" sz="quarter" idx="10"/>
          </p:nvPr>
        </p:nvSpPr>
        <p:spPr/>
        <p:txBody>
          <a:bodyPr/>
          <a:lstStyle/>
          <a:p>
            <a:r>
              <a:rPr lang="en-US" altLang="zh-CN" dirty="0"/>
              <a:t>A server is a high-performance computer that provides services (including query, storage, and computing) to clients over a network.</a:t>
            </a:r>
          </a:p>
          <a:p>
            <a:r>
              <a:rPr lang="en-US" altLang="zh-CN" dirty="0"/>
              <a:t>A server mainly provides services such as web application, file download, database-based storage, and printing.</a:t>
            </a:r>
          </a:p>
        </p:txBody>
      </p:sp>
      <p:grpSp>
        <p:nvGrpSpPr>
          <p:cNvPr id="12" name="组合 11"/>
          <p:cNvGrpSpPr/>
          <p:nvPr/>
        </p:nvGrpSpPr>
        <p:grpSpPr>
          <a:xfrm>
            <a:off x="3412015" y="3716338"/>
            <a:ext cx="5367969" cy="2448966"/>
            <a:chOff x="3967663" y="4169591"/>
            <a:chExt cx="4058796" cy="1851697"/>
          </a:xfrm>
        </p:grpSpPr>
        <p:pic>
          <p:nvPicPr>
            <p:cNvPr id="5" name="图片 4" descr="交换机.png"/>
            <p:cNvPicPr>
              <a:picLocks noChangeAspect="1"/>
            </p:cNvPicPr>
            <p:nvPr/>
          </p:nvPicPr>
          <p:blipFill>
            <a:blip r:embed="rId3" cstate="print"/>
            <a:stretch>
              <a:fillRect/>
            </a:stretch>
          </p:blipFill>
          <p:spPr>
            <a:xfrm>
              <a:off x="5140596" y="4169593"/>
              <a:ext cx="539999" cy="441816"/>
            </a:xfrm>
            <a:prstGeom prst="rect">
              <a:avLst/>
            </a:prstGeom>
          </p:spPr>
        </p:pic>
        <p:pic>
          <p:nvPicPr>
            <p:cNvPr id="6" name="图片 5" descr="Web服务器-蓝.png"/>
            <p:cNvPicPr>
              <a:picLocks noChangeAspect="1"/>
            </p:cNvPicPr>
            <p:nvPr/>
          </p:nvPicPr>
          <p:blipFill>
            <a:blip r:embed="rId4" cstate="print"/>
            <a:stretch>
              <a:fillRect/>
            </a:stretch>
          </p:blipFill>
          <p:spPr>
            <a:xfrm>
              <a:off x="3967663" y="4169591"/>
              <a:ext cx="540000" cy="441818"/>
            </a:xfrm>
            <a:prstGeom prst="rect">
              <a:avLst/>
            </a:prstGeom>
          </p:spPr>
        </p:pic>
        <p:pic>
          <p:nvPicPr>
            <p:cNvPr id="7" name="图片 6" descr="打印服务器-蓝.png"/>
            <p:cNvPicPr>
              <a:picLocks noChangeAspect="1"/>
            </p:cNvPicPr>
            <p:nvPr/>
          </p:nvPicPr>
          <p:blipFill>
            <a:blip r:embed="rId5" cstate="print"/>
            <a:stretch>
              <a:fillRect/>
            </a:stretch>
          </p:blipFill>
          <p:spPr>
            <a:xfrm>
              <a:off x="7486459" y="4169591"/>
              <a:ext cx="540000" cy="441818"/>
            </a:xfrm>
            <a:prstGeom prst="rect">
              <a:avLst/>
            </a:prstGeom>
          </p:spPr>
        </p:pic>
        <p:pic>
          <p:nvPicPr>
            <p:cNvPr id="8" name="图片 7" descr="存储服务器-蓝.png"/>
            <p:cNvPicPr>
              <a:picLocks noChangeAspect="1"/>
            </p:cNvPicPr>
            <p:nvPr/>
          </p:nvPicPr>
          <p:blipFill>
            <a:blip r:embed="rId6" cstate="print"/>
            <a:stretch>
              <a:fillRect/>
            </a:stretch>
          </p:blipFill>
          <p:spPr>
            <a:xfrm>
              <a:off x="6313526" y="4169591"/>
              <a:ext cx="540000" cy="441818"/>
            </a:xfrm>
            <a:prstGeom prst="rect">
              <a:avLst/>
            </a:prstGeom>
          </p:spPr>
        </p:pic>
        <p:cxnSp>
          <p:nvCxnSpPr>
            <p:cNvPr id="9" name="直接连接符 8"/>
            <p:cNvCxnSpPr/>
            <p:nvPr/>
          </p:nvCxnSpPr>
          <p:spPr bwMode="auto">
            <a:xfrm>
              <a:off x="3967663" y="5069691"/>
              <a:ext cx="405879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 name="直接连接符 10"/>
            <p:cNvCxnSpPr>
              <a:stCxn id="6" idx="2"/>
            </p:cNvCxnSpPr>
            <p:nvPr/>
          </p:nvCxnSpPr>
          <p:spPr bwMode="auto">
            <a:xfrm>
              <a:off x="4237663" y="4611409"/>
              <a:ext cx="0" cy="45828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5" idx="2"/>
            </p:cNvCxnSpPr>
            <p:nvPr/>
          </p:nvCxnSpPr>
          <p:spPr bwMode="auto">
            <a:xfrm flipH="1">
              <a:off x="5410595" y="4611409"/>
              <a:ext cx="1" cy="45828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直接连接符 14"/>
            <p:cNvCxnSpPr>
              <a:stCxn id="8" idx="2"/>
            </p:cNvCxnSpPr>
            <p:nvPr/>
          </p:nvCxnSpPr>
          <p:spPr bwMode="auto">
            <a:xfrm>
              <a:off x="6583526" y="4611409"/>
              <a:ext cx="0" cy="45828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直接连接符 16"/>
            <p:cNvCxnSpPr>
              <a:stCxn id="7" idx="2"/>
            </p:cNvCxnSpPr>
            <p:nvPr/>
          </p:nvCxnSpPr>
          <p:spPr bwMode="auto">
            <a:xfrm>
              <a:off x="7756459" y="4611409"/>
              <a:ext cx="0" cy="45828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8" name="图片 17" descr="PC.png"/>
            <p:cNvPicPr>
              <a:picLocks noChangeAspect="1"/>
            </p:cNvPicPr>
            <p:nvPr/>
          </p:nvPicPr>
          <p:blipFill>
            <a:blip r:embed="rId7" cstate="print"/>
            <a:stretch>
              <a:fillRect/>
            </a:stretch>
          </p:blipFill>
          <p:spPr>
            <a:xfrm>
              <a:off x="4513736" y="5607288"/>
              <a:ext cx="539063" cy="414000"/>
            </a:xfrm>
            <a:prstGeom prst="rect">
              <a:avLst/>
            </a:prstGeom>
          </p:spPr>
        </p:pic>
        <p:pic>
          <p:nvPicPr>
            <p:cNvPr id="19" name="图片 18" descr="PC.png"/>
            <p:cNvPicPr>
              <a:picLocks noChangeAspect="1"/>
            </p:cNvPicPr>
            <p:nvPr/>
          </p:nvPicPr>
          <p:blipFill>
            <a:blip r:embed="rId7" cstate="print"/>
            <a:stretch>
              <a:fillRect/>
            </a:stretch>
          </p:blipFill>
          <p:spPr>
            <a:xfrm>
              <a:off x="5730567" y="5607288"/>
              <a:ext cx="539063" cy="414000"/>
            </a:xfrm>
            <a:prstGeom prst="rect">
              <a:avLst/>
            </a:prstGeom>
          </p:spPr>
        </p:pic>
        <p:pic>
          <p:nvPicPr>
            <p:cNvPr id="20" name="图片 19" descr="PC.png"/>
            <p:cNvPicPr>
              <a:picLocks noChangeAspect="1"/>
            </p:cNvPicPr>
            <p:nvPr/>
          </p:nvPicPr>
          <p:blipFill>
            <a:blip r:embed="rId7" cstate="print"/>
            <a:stretch>
              <a:fillRect/>
            </a:stretch>
          </p:blipFill>
          <p:spPr>
            <a:xfrm>
              <a:off x="6947397" y="5607288"/>
              <a:ext cx="539063" cy="414000"/>
            </a:xfrm>
            <a:prstGeom prst="rect">
              <a:avLst/>
            </a:prstGeom>
          </p:spPr>
        </p:pic>
        <p:cxnSp>
          <p:nvCxnSpPr>
            <p:cNvPr id="25" name="直接连接符 24"/>
            <p:cNvCxnSpPr>
              <a:stCxn id="18" idx="0"/>
            </p:cNvCxnSpPr>
            <p:nvPr/>
          </p:nvCxnSpPr>
          <p:spPr bwMode="auto">
            <a:xfrm flipH="1" flipV="1">
              <a:off x="4783267" y="5069692"/>
              <a:ext cx="1" cy="53759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直接连接符 27"/>
            <p:cNvCxnSpPr>
              <a:stCxn id="19" idx="0"/>
            </p:cNvCxnSpPr>
            <p:nvPr/>
          </p:nvCxnSpPr>
          <p:spPr bwMode="auto">
            <a:xfrm flipH="1" flipV="1">
              <a:off x="5997062" y="5069692"/>
              <a:ext cx="3037" cy="53759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0" name="直接连接符 29"/>
            <p:cNvCxnSpPr>
              <a:stCxn id="20" idx="0"/>
            </p:cNvCxnSpPr>
            <p:nvPr/>
          </p:nvCxnSpPr>
          <p:spPr bwMode="auto">
            <a:xfrm flipH="1" flipV="1">
              <a:off x="7216928" y="5069692"/>
              <a:ext cx="1" cy="537597"/>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11281239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416024535"/>
          <p:cNvSpPr>
            <a:spLocks noGrp="1"/>
          </p:cNvSpPr>
          <p:nvPr>
            <p:ph type="title"/>
          </p:nvPr>
        </p:nvSpPr>
        <p:spPr/>
        <p:txBody>
          <a:bodyPr/>
          <a:lstStyle/>
          <a:p>
            <a:r>
              <a:rPr lang="en-US" altLang="zh-CN"/>
              <a:t>Features of a Server</a:t>
            </a:r>
            <a:endParaRPr lang="en-US" altLang="zh-CN" dirty="0"/>
          </a:p>
        </p:txBody>
      </p:sp>
      <p:sp>
        <p:nvSpPr>
          <p:cNvPr id="3" name="1036383212"/>
          <p:cNvSpPr>
            <a:spLocks noGrp="1"/>
          </p:cNvSpPr>
          <p:nvPr>
            <p:ph type="body" sz="quarter" idx="10"/>
          </p:nvPr>
        </p:nvSpPr>
        <p:spPr/>
        <p:txBody>
          <a:bodyPr/>
          <a:lstStyle/>
          <a:p>
            <a:r>
              <a:rPr lang="en-US" altLang="zh-CN" dirty="0"/>
              <a:t>Availability</a:t>
            </a:r>
          </a:p>
          <a:p>
            <a:r>
              <a:rPr lang="en-US" altLang="zh-CN" dirty="0"/>
              <a:t>Usability</a:t>
            </a:r>
          </a:p>
          <a:p>
            <a:r>
              <a:rPr lang="en-US" altLang="zh-CN" dirty="0"/>
              <a:t>Scalability</a:t>
            </a:r>
          </a:p>
          <a:p>
            <a:r>
              <a:rPr lang="en-US" altLang="zh-CN" dirty="0"/>
              <a:t>Manageability</a:t>
            </a:r>
          </a:p>
        </p:txBody>
      </p:sp>
      <p:pic>
        <p:nvPicPr>
          <p:cNvPr id="1026" name="Picture 2" descr="åä¸ºRH2288 V3æå¡å¨åé¨"/>
          <p:cNvPicPr>
            <a:picLocks noChangeAspect="1" noChangeArrowheads="1"/>
          </p:cNvPicPr>
          <p:nvPr/>
        </p:nvPicPr>
        <p:blipFill rotWithShape="1">
          <a:blip r:embed="rId3">
            <a:extLst>
              <a:ext uri="{28A0092B-C50C-407E-A947-70E740481C1C}">
                <a14:useLocalDpi xmlns:a14="http://schemas.microsoft.com/office/drawing/2010/main" val="0"/>
              </a:ext>
            </a:extLst>
          </a:blip>
          <a:srcRect l="14759" t="13622" r="9258"/>
          <a:stretch/>
        </p:blipFill>
        <p:spPr bwMode="auto">
          <a:xfrm>
            <a:off x="5129374" y="1255713"/>
            <a:ext cx="5719154" cy="4330074"/>
          </a:xfrm>
          <a:prstGeom prst="rect">
            <a:avLst/>
          </a:prstGeom>
          <a:noFill/>
          <a:extLst>
            <a:ext uri="{909E8E84-426E-40DD-AFC4-6F175D3DCCD1}">
              <a14:hiddenFill xmlns:a14="http://schemas.microsoft.com/office/drawing/2010/main">
                <a:solidFill>
                  <a:srgbClr val="FFFFFF"/>
                </a:solidFill>
              </a14:hiddenFill>
            </a:ext>
          </a:extLst>
        </p:spPr>
      </p:pic>
      <p:sp>
        <p:nvSpPr>
          <p:cNvPr id="8" name="2033131352"/>
          <p:cNvSpPr/>
          <p:nvPr/>
        </p:nvSpPr>
        <p:spPr>
          <a:xfrm>
            <a:off x="6132004" y="5639928"/>
            <a:ext cx="2952328" cy="307777"/>
          </a:xfrm>
          <a:prstGeom prst="rect">
            <a:avLst/>
          </a:prstGeom>
        </p:spPr>
        <p:txBody>
          <a:bodyPr wrap="square">
            <a:noAutofit/>
          </a:bodyPr>
          <a:lstStyle/>
          <a:p>
            <a:pPr algn="ctr" fontAlgn="ctr"/>
            <a:r>
              <a:rPr lang="en-US" altLang="zh-CN" sz="1600" dirty="0">
                <a:latin typeface="+mn-lt"/>
                <a:ea typeface="微软雅黑" panose="020B0503020204020204" pitchFamily="34" charset="-122"/>
              </a:rPr>
              <a:t>Internal structure of a server</a:t>
            </a:r>
          </a:p>
        </p:txBody>
      </p:sp>
    </p:spTree>
    <p:extLst>
      <p:ext uri="{BB962C8B-B14F-4D97-AF65-F5344CB8AC3E}">
        <p14:creationId xmlns:p14="http://schemas.microsoft.com/office/powerpoint/2010/main" val="78832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65709872"/>
          <p:cNvSpPr>
            <a:spLocks noGrp="1"/>
          </p:cNvSpPr>
          <p:nvPr>
            <p:ph type="title"/>
          </p:nvPr>
        </p:nvSpPr>
        <p:spPr/>
        <p:txBody>
          <a:bodyPr/>
          <a:lstStyle/>
          <a:p>
            <a:r>
              <a:rPr lang="en-US" altLang="zh-CN"/>
              <a:t>Servers vs PCs</a:t>
            </a:r>
            <a:endParaRPr lang="en-US" altLang="zh-CN" dirty="0"/>
          </a:p>
        </p:txBody>
      </p:sp>
      <p:graphicFrame>
        <p:nvGraphicFramePr>
          <p:cNvPr id="5" name="2090444238"/>
          <p:cNvGraphicFramePr>
            <a:graphicFrameLocks noGrp="1"/>
          </p:cNvGraphicFramePr>
          <p:nvPr>
            <p:extLst>
              <p:ext uri="{D42A27DB-BD31-4B8C-83A1-F6EECF244321}">
                <p14:modId xmlns:p14="http://schemas.microsoft.com/office/powerpoint/2010/main" val="2620403943"/>
              </p:ext>
            </p:extLst>
          </p:nvPr>
        </p:nvGraphicFramePr>
        <p:xfrm>
          <a:off x="1651104" y="1556792"/>
          <a:ext cx="9082410" cy="3965627"/>
        </p:xfrm>
        <a:graphic>
          <a:graphicData uri="http://schemas.openxmlformats.org/drawingml/2006/table">
            <a:tbl>
              <a:tblPr firstRow="1" bandRow="1">
                <a:tableStyleId>{5C22544A-7EE6-4342-B048-85BDC9FD1C3A}</a:tableStyleId>
              </a:tblPr>
              <a:tblGrid>
                <a:gridCol w="3027470">
                  <a:extLst>
                    <a:ext uri="{9D8B030D-6E8A-4147-A177-3AD203B41FA5}">
                      <a16:colId xmlns:a16="http://schemas.microsoft.com/office/drawing/2014/main" val="20000"/>
                    </a:ext>
                  </a:extLst>
                </a:gridCol>
                <a:gridCol w="3027470">
                  <a:extLst>
                    <a:ext uri="{9D8B030D-6E8A-4147-A177-3AD203B41FA5}">
                      <a16:colId xmlns:a16="http://schemas.microsoft.com/office/drawing/2014/main" val="20001"/>
                    </a:ext>
                  </a:extLst>
                </a:gridCol>
                <a:gridCol w="3027470">
                  <a:extLst>
                    <a:ext uri="{9D8B030D-6E8A-4147-A177-3AD203B41FA5}">
                      <a16:colId xmlns:a16="http://schemas.microsoft.com/office/drawing/2014/main" val="20002"/>
                    </a:ext>
                  </a:extLst>
                </a:gridCol>
              </a:tblGrid>
              <a:tr h="566819">
                <a:tc>
                  <a:txBody>
                    <a:bodyPr/>
                    <a:lstStyle/>
                    <a:p>
                      <a:pPr algn="ctr" fontAlgn="ctr"/>
                      <a:r>
                        <a:rPr lang="en-US" altLang="zh-CN" sz="2000" dirty="0">
                          <a:solidFill>
                            <a:schemeClr val="tx1"/>
                          </a:solidFill>
                          <a:latin typeface="+mn-lt"/>
                          <a:ea typeface="微软雅黑" panose="020B0503020204020204" pitchFamily="34" charset="-122"/>
                        </a:rPr>
                        <a:t>Indicator</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altLang="zh-CN" sz="2000" dirty="0">
                          <a:solidFill>
                            <a:schemeClr val="tx1"/>
                          </a:solidFill>
                          <a:latin typeface="+mn-lt"/>
                          <a:ea typeface="微软雅黑" panose="020B0503020204020204" pitchFamily="34" charset="-122"/>
                        </a:rPr>
                        <a:t>Servers</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altLang="zh-CN" sz="2000" dirty="0">
                          <a:solidFill>
                            <a:schemeClr val="tx1"/>
                          </a:solidFill>
                          <a:latin typeface="+mn-lt"/>
                          <a:ea typeface="微软雅黑" panose="020B0503020204020204" pitchFamily="34" charset="-122"/>
                        </a:rPr>
                        <a:t>PCs</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276872">
                <a:tc>
                  <a:txBody>
                    <a:bodyPr/>
                    <a:lstStyle/>
                    <a:p>
                      <a:pPr algn="ctr" fontAlgn="ctr"/>
                      <a:r>
                        <a:rPr lang="en-US" altLang="zh-CN" sz="2000" dirty="0">
                          <a:solidFill>
                            <a:schemeClr val="tx1"/>
                          </a:solidFill>
                          <a:latin typeface="+mn-lt"/>
                          <a:ea typeface="微软雅黑" panose="020B0503020204020204" pitchFamily="34" charset="-122"/>
                        </a:rPr>
                        <a:t>Processor performance</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Multiprocessor supported</a:t>
                      </a:r>
                    </a:p>
                    <a:p>
                      <a:pPr algn="ctr" fontAlgn="ctr"/>
                      <a:r>
                        <a:rPr lang="en-US" altLang="zh-CN" sz="2000" dirty="0">
                          <a:solidFill>
                            <a:schemeClr val="tx1"/>
                          </a:solidFill>
                          <a:latin typeface="+mn-lt"/>
                          <a:ea typeface="微软雅黑" panose="020B0503020204020204" pitchFamily="34" charset="-122"/>
                        </a:rPr>
                        <a:t>High performance</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Multiprocessor usually not supported</a:t>
                      </a:r>
                    </a:p>
                    <a:p>
                      <a:pPr algn="ctr" fontAlgn="ctr"/>
                      <a:r>
                        <a:rPr lang="en-US" altLang="zh-CN" sz="2000" dirty="0">
                          <a:solidFill>
                            <a:schemeClr val="tx1"/>
                          </a:solidFill>
                          <a:latin typeface="+mn-lt"/>
                          <a:ea typeface="微软雅黑" panose="020B0503020204020204" pitchFamily="34" charset="-122"/>
                        </a:rPr>
                        <a:t>Low performance</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30484">
                <a:tc>
                  <a:txBody>
                    <a:bodyPr/>
                    <a:lstStyle/>
                    <a:p>
                      <a:pPr algn="ctr" fontAlgn="ctr"/>
                      <a:r>
                        <a:rPr lang="en-US" altLang="zh-CN" sz="2000" dirty="0">
                          <a:solidFill>
                            <a:schemeClr val="tx1"/>
                          </a:solidFill>
                          <a:latin typeface="+mn-lt"/>
                          <a:ea typeface="微软雅黑" panose="020B0503020204020204" pitchFamily="34" charset="-122"/>
                        </a:rPr>
                        <a:t>Availability</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High</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Relatively low</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30484">
                <a:tc>
                  <a:txBody>
                    <a:bodyPr/>
                    <a:lstStyle/>
                    <a:p>
                      <a:pPr algn="ctr" fontAlgn="ctr"/>
                      <a:r>
                        <a:rPr lang="en-US" altLang="zh-CN" sz="2000" dirty="0">
                          <a:solidFill>
                            <a:schemeClr val="tx1"/>
                          </a:solidFill>
                          <a:latin typeface="+mn-lt"/>
                          <a:ea typeface="微软雅黑" panose="020B0503020204020204" pitchFamily="34" charset="-122"/>
                        </a:rPr>
                        <a:t>Usability</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High</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dirty="0">
                          <a:solidFill>
                            <a:schemeClr val="tx1"/>
                          </a:solidFill>
                          <a:latin typeface="+mn-lt"/>
                          <a:ea typeface="微软雅黑" panose="020B0503020204020204" pitchFamily="34" charset="-122"/>
                        </a:rPr>
                        <a:t>Relatively low</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30484">
                <a:tc>
                  <a:txBody>
                    <a:bodyPr/>
                    <a:lstStyle/>
                    <a:p>
                      <a:pPr algn="ctr" fontAlgn="ctr"/>
                      <a:r>
                        <a:rPr lang="en-US" altLang="zh-CN" sz="2000" dirty="0">
                          <a:solidFill>
                            <a:schemeClr val="tx1"/>
                          </a:solidFill>
                          <a:latin typeface="+mn-lt"/>
                          <a:ea typeface="微软雅黑" panose="020B0503020204020204" pitchFamily="34" charset="-122"/>
                        </a:rPr>
                        <a:t>Scalability</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High</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dirty="0">
                          <a:solidFill>
                            <a:schemeClr val="tx1"/>
                          </a:solidFill>
                          <a:latin typeface="+mn-lt"/>
                          <a:ea typeface="微软雅黑" panose="020B0503020204020204" pitchFamily="34" charset="-122"/>
                        </a:rPr>
                        <a:t>Relatively low</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30484">
                <a:tc>
                  <a:txBody>
                    <a:bodyPr/>
                    <a:lstStyle/>
                    <a:p>
                      <a:pPr algn="ctr" fontAlgn="ctr"/>
                      <a:r>
                        <a:rPr lang="en-US" altLang="zh-CN" sz="2000" dirty="0">
                          <a:solidFill>
                            <a:schemeClr val="tx1"/>
                          </a:solidFill>
                          <a:latin typeface="+mn-lt"/>
                          <a:ea typeface="微软雅黑" panose="020B0503020204020204" pitchFamily="34" charset="-122"/>
                        </a:rPr>
                        <a:t>Manageability</a:t>
                      </a:r>
                    </a:p>
                  </a:txBody>
                  <a:tcPr marL="113629" marR="113629" marT="56815" marB="5681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2000" dirty="0">
                          <a:solidFill>
                            <a:schemeClr val="tx1"/>
                          </a:solidFill>
                          <a:latin typeface="+mn-lt"/>
                          <a:ea typeface="微软雅黑" panose="020B0503020204020204" pitchFamily="34" charset="-122"/>
                        </a:rPr>
                        <a:t>High</a:t>
                      </a:r>
                    </a:p>
                  </a:txBody>
                  <a:tcPr marL="113629" marR="113629" marT="56815" marB="56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2000" dirty="0">
                          <a:solidFill>
                            <a:schemeClr val="tx1"/>
                          </a:solidFill>
                          <a:latin typeface="+mn-lt"/>
                          <a:ea typeface="微软雅黑" panose="020B0503020204020204" pitchFamily="34" charset="-122"/>
                        </a:rPr>
                        <a:t>Relatively low</a:t>
                      </a:r>
                    </a:p>
                  </a:txBody>
                  <a:tcPr marL="113629" marR="113629" marT="56815" marB="5681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6161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439077480"/>
          <p:cNvSpPr>
            <a:spLocks noGrp="1"/>
          </p:cNvSpPr>
          <p:nvPr>
            <p:ph type="title"/>
          </p:nvPr>
        </p:nvSpPr>
        <p:spPr/>
        <p:txBody>
          <a:bodyPr/>
          <a:lstStyle/>
          <a:p>
            <a:r>
              <a:rPr lang="en-US" altLang="zh-CN"/>
              <a:t>Server Classification</a:t>
            </a:r>
            <a:endParaRPr lang="en-US" altLang="zh-CN" dirty="0"/>
          </a:p>
        </p:txBody>
      </p:sp>
      <p:graphicFrame>
        <p:nvGraphicFramePr>
          <p:cNvPr id="4" name="282360782"/>
          <p:cNvGraphicFramePr>
            <a:graphicFrameLocks noGrp="1"/>
          </p:cNvGraphicFramePr>
          <p:nvPr>
            <p:extLst>
              <p:ext uri="{D42A27DB-BD31-4B8C-83A1-F6EECF244321}">
                <p14:modId xmlns:p14="http://schemas.microsoft.com/office/powerpoint/2010/main" val="371244247"/>
              </p:ext>
            </p:extLst>
          </p:nvPr>
        </p:nvGraphicFramePr>
        <p:xfrm>
          <a:off x="2063552" y="1448780"/>
          <a:ext cx="8477172" cy="4130130"/>
        </p:xfrm>
        <a:graphic>
          <a:graphicData uri="http://schemas.openxmlformats.org/drawingml/2006/table">
            <a:tbl>
              <a:tblPr firstRow="1" bandRow="1">
                <a:tableStyleId>{5C22544A-7EE6-4342-B048-85BDC9FD1C3A}</a:tableStyleId>
              </a:tblPr>
              <a:tblGrid>
                <a:gridCol w="4238586">
                  <a:extLst>
                    <a:ext uri="{9D8B030D-6E8A-4147-A177-3AD203B41FA5}">
                      <a16:colId xmlns:a16="http://schemas.microsoft.com/office/drawing/2014/main" val="20000"/>
                    </a:ext>
                  </a:extLst>
                </a:gridCol>
                <a:gridCol w="4238586">
                  <a:extLst>
                    <a:ext uri="{9D8B030D-6E8A-4147-A177-3AD203B41FA5}">
                      <a16:colId xmlns:a16="http://schemas.microsoft.com/office/drawing/2014/main" val="20001"/>
                    </a:ext>
                  </a:extLst>
                </a:gridCol>
              </a:tblGrid>
              <a:tr h="323852">
                <a:tc>
                  <a:txBody>
                    <a:bodyPr/>
                    <a:lstStyle/>
                    <a:p>
                      <a:pPr algn="ctr" fontAlgn="ctr"/>
                      <a:r>
                        <a:rPr lang="en-US" altLang="zh-CN" sz="2000" dirty="0">
                          <a:solidFill>
                            <a:schemeClr val="tx1"/>
                          </a:solidFill>
                          <a:latin typeface="+mn-lt"/>
                          <a:ea typeface="微软雅黑" panose="020B0503020204020204" pitchFamily="34" charset="-122"/>
                        </a:rPr>
                        <a:t>Classification Criteria</a:t>
                      </a:r>
                    </a:p>
                  </a:txBody>
                  <a:tcPr marL="106698" marR="106698" marT="53349" marB="53349"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r>
                        <a:rPr lang="en-US" altLang="zh-CN" sz="2000" dirty="0">
                          <a:solidFill>
                            <a:schemeClr val="tx1"/>
                          </a:solidFill>
                          <a:latin typeface="+mn-lt"/>
                          <a:ea typeface="微软雅黑" panose="020B0503020204020204" pitchFamily="34" charset="-122"/>
                        </a:rPr>
                        <a:t>Server type</a:t>
                      </a:r>
                    </a:p>
                  </a:txBody>
                  <a:tcPr marL="106698" marR="106698" marT="53349" marB="53349"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971556">
                <a:tc>
                  <a:txBody>
                    <a:bodyPr/>
                    <a:lstStyle/>
                    <a:p>
                      <a:pPr algn="ctr" fontAlgn="ctr"/>
                      <a:r>
                        <a:rPr lang="en-US" altLang="zh-CN" sz="1800" dirty="0">
                          <a:solidFill>
                            <a:schemeClr val="tx1"/>
                          </a:solidFill>
                          <a:latin typeface="+mn-lt"/>
                          <a:ea typeface="微软雅黑" panose="020B0503020204020204" pitchFamily="34" charset="-122"/>
                        </a:rPr>
                        <a:t>By application level</a:t>
                      </a:r>
                    </a:p>
                  </a:txBody>
                  <a:tcPr marL="106698" marR="106698" marT="53349" marB="53349"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800" dirty="0">
                          <a:solidFill>
                            <a:schemeClr val="tx1"/>
                          </a:solidFill>
                          <a:latin typeface="+mn-lt"/>
                          <a:ea typeface="微软雅黑" panose="020B0503020204020204" pitchFamily="34" charset="-122"/>
                        </a:rPr>
                        <a:t>Entry-level server</a:t>
                      </a:r>
                    </a:p>
                    <a:p>
                      <a:pPr algn="ctr" fontAlgn="ctr"/>
                      <a:r>
                        <a:rPr lang="en-US" altLang="zh-CN" sz="1800" dirty="0">
                          <a:solidFill>
                            <a:schemeClr val="tx1"/>
                          </a:solidFill>
                          <a:latin typeface="+mn-lt"/>
                          <a:ea typeface="微软雅黑" panose="020B0503020204020204" pitchFamily="34" charset="-122"/>
                        </a:rPr>
                        <a:t>Work group server</a:t>
                      </a:r>
                    </a:p>
                    <a:p>
                      <a:pPr algn="ctr" fontAlgn="ctr"/>
                      <a:r>
                        <a:rPr lang="en-US" altLang="zh-CN" sz="1800" dirty="0">
                          <a:solidFill>
                            <a:schemeClr val="tx1"/>
                          </a:solidFill>
                          <a:latin typeface="+mn-lt"/>
                          <a:ea typeface="微软雅黑" panose="020B0503020204020204" pitchFamily="34" charset="-122"/>
                        </a:rPr>
                        <a:t>Department-level server</a:t>
                      </a:r>
                    </a:p>
                    <a:p>
                      <a:pPr algn="ctr" fontAlgn="ctr"/>
                      <a:r>
                        <a:rPr lang="en-US" altLang="zh-CN" sz="1800" dirty="0">
                          <a:solidFill>
                            <a:schemeClr val="tx1"/>
                          </a:solidFill>
                          <a:latin typeface="+mn-lt"/>
                          <a:ea typeface="微软雅黑" panose="020B0503020204020204" pitchFamily="34" charset="-122"/>
                        </a:rPr>
                        <a:t>Enterprise-level server</a:t>
                      </a:r>
                    </a:p>
                  </a:txBody>
                  <a:tcPr marL="106698" marR="106698" marT="53349" marB="53349"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23146">
                <a:tc>
                  <a:txBody>
                    <a:bodyPr/>
                    <a:lstStyle/>
                    <a:p>
                      <a:pPr algn="ctr" fontAlgn="ctr"/>
                      <a:r>
                        <a:rPr lang="en-US" altLang="zh-CN" sz="1800" dirty="0">
                          <a:solidFill>
                            <a:schemeClr val="tx1"/>
                          </a:solidFill>
                          <a:latin typeface="+mn-lt"/>
                          <a:ea typeface="微软雅黑" panose="020B0503020204020204" pitchFamily="34" charset="-122"/>
                        </a:rPr>
                        <a:t>By system architecture</a:t>
                      </a:r>
                    </a:p>
                  </a:txBody>
                  <a:tcPr marL="106698" marR="106698" marT="53349" marB="53349"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800" dirty="0">
                          <a:solidFill>
                            <a:schemeClr val="tx1"/>
                          </a:solidFill>
                          <a:latin typeface="+mn-lt"/>
                          <a:ea typeface="微软雅黑" panose="020B0503020204020204" pitchFamily="34" charset="-122"/>
                        </a:rPr>
                        <a:t>Non-x86 server</a:t>
                      </a:r>
                    </a:p>
                    <a:p>
                      <a:pPr algn="ctr" fontAlgn="ctr"/>
                      <a:r>
                        <a:rPr lang="en-US" altLang="zh-CN" sz="1800" dirty="0">
                          <a:solidFill>
                            <a:schemeClr val="tx1"/>
                          </a:solidFill>
                          <a:latin typeface="+mn-lt"/>
                          <a:ea typeface="微软雅黑" panose="020B0503020204020204" pitchFamily="34" charset="-122"/>
                        </a:rPr>
                        <a:t>x86 server</a:t>
                      </a:r>
                    </a:p>
                  </a:txBody>
                  <a:tcPr marL="106698" marR="106698" marT="53349" marB="53349"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971556">
                <a:tc>
                  <a:txBody>
                    <a:bodyPr/>
                    <a:lstStyle/>
                    <a:p>
                      <a:pPr algn="ctr" fontAlgn="ctr"/>
                      <a:r>
                        <a:rPr lang="en-US" altLang="zh-CN" sz="1800" dirty="0">
                          <a:solidFill>
                            <a:schemeClr val="tx1"/>
                          </a:solidFill>
                          <a:latin typeface="+mn-lt"/>
                          <a:ea typeface="微软雅黑" panose="020B0503020204020204" pitchFamily="34" charset="-122"/>
                        </a:rPr>
                        <a:t>By appearance</a:t>
                      </a:r>
                    </a:p>
                  </a:txBody>
                  <a:tcPr marL="106698" marR="106698" marT="53349" marB="53349"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800" dirty="0">
                          <a:solidFill>
                            <a:schemeClr val="tx1"/>
                          </a:solidFill>
                          <a:latin typeface="+mn-lt"/>
                          <a:ea typeface="微软雅黑" panose="020B0503020204020204" pitchFamily="34" charset="-122"/>
                        </a:rPr>
                        <a:t>Rack server</a:t>
                      </a:r>
                    </a:p>
                    <a:p>
                      <a:pPr algn="ctr" fontAlgn="ctr"/>
                      <a:r>
                        <a:rPr lang="en-US" altLang="zh-CN" sz="1800" dirty="0">
                          <a:solidFill>
                            <a:schemeClr val="tx1"/>
                          </a:solidFill>
                          <a:latin typeface="+mn-lt"/>
                          <a:ea typeface="微软雅黑" panose="020B0503020204020204" pitchFamily="34" charset="-122"/>
                        </a:rPr>
                        <a:t>Blade server</a:t>
                      </a:r>
                    </a:p>
                    <a:p>
                      <a:pPr algn="ctr" fontAlgn="ctr"/>
                      <a:r>
                        <a:rPr lang="en-US" altLang="zh-CN" sz="1800" dirty="0">
                          <a:solidFill>
                            <a:schemeClr val="tx1"/>
                          </a:solidFill>
                          <a:latin typeface="+mn-lt"/>
                          <a:ea typeface="微软雅黑" panose="020B0503020204020204" pitchFamily="34" charset="-122"/>
                        </a:rPr>
                        <a:t>Tower server</a:t>
                      </a:r>
                    </a:p>
                    <a:p>
                      <a:pPr algn="ctr" fontAlgn="ctr"/>
                      <a:r>
                        <a:rPr lang="en-US" altLang="zh-CN" sz="1800" dirty="0">
                          <a:solidFill>
                            <a:schemeClr val="tx1"/>
                          </a:solidFill>
                          <a:latin typeface="+mn-lt"/>
                          <a:ea typeface="微软雅黑" panose="020B0503020204020204" pitchFamily="34" charset="-122"/>
                        </a:rPr>
                        <a:t>Cabinet server</a:t>
                      </a:r>
                    </a:p>
                  </a:txBody>
                  <a:tcPr marL="106698" marR="106698" marT="53349" marB="53349"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23146">
                <a:tc>
                  <a:txBody>
                    <a:bodyPr/>
                    <a:lstStyle/>
                    <a:p>
                      <a:pPr algn="ctr" fontAlgn="ctr"/>
                      <a:r>
                        <a:rPr lang="en-US" altLang="zh-CN" sz="1800" dirty="0">
                          <a:solidFill>
                            <a:schemeClr val="tx1"/>
                          </a:solidFill>
                          <a:latin typeface="+mn-lt"/>
                          <a:ea typeface="微软雅黑" panose="020B0503020204020204" pitchFamily="34" charset="-122"/>
                        </a:rPr>
                        <a:t>By usage</a:t>
                      </a:r>
                    </a:p>
                  </a:txBody>
                  <a:tcPr marL="106698" marR="106698" marT="53349" marB="53349"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fontAlgn="ctr"/>
                      <a:r>
                        <a:rPr lang="en-US" altLang="zh-CN" sz="1800" dirty="0">
                          <a:solidFill>
                            <a:schemeClr val="tx1"/>
                          </a:solidFill>
                          <a:latin typeface="+mn-lt"/>
                          <a:ea typeface="微软雅黑" panose="020B0503020204020204" pitchFamily="34" charset="-122"/>
                        </a:rPr>
                        <a:t>General-purpose server</a:t>
                      </a:r>
                    </a:p>
                    <a:p>
                      <a:pPr algn="ctr" fontAlgn="ctr"/>
                      <a:r>
                        <a:rPr lang="en-US" altLang="zh-CN" sz="1800" dirty="0">
                          <a:solidFill>
                            <a:schemeClr val="tx1"/>
                          </a:solidFill>
                          <a:latin typeface="+mn-lt"/>
                          <a:ea typeface="微软雅黑" panose="020B0503020204020204" pitchFamily="34" charset="-122"/>
                        </a:rPr>
                        <a:t>Function server</a:t>
                      </a:r>
                    </a:p>
                  </a:txBody>
                  <a:tcPr marL="106698" marR="106698" marT="53349" marB="53349"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50882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461988668"/>
          <p:cNvSpPr>
            <a:spLocks noGrp="1"/>
          </p:cNvSpPr>
          <p:nvPr>
            <p:ph type="body" sz="quarter" idx="10"/>
          </p:nvPr>
        </p:nvSpPr>
        <p:spPr/>
        <p:txBody>
          <a:bodyPr wrap="square">
            <a:noAutofit/>
          </a:bodyPr>
          <a:lstStyle/>
          <a:p>
            <a:pPr fontAlgn="ctr"/>
            <a:r>
              <a:rPr lang="en-US" altLang="zh-CN" b="1" dirty="0">
                <a:latin typeface="微软雅黑" panose="020B0503020204020204" pitchFamily="34" charset="-122"/>
                <a:ea typeface="微软雅黑" panose="020B0503020204020204" pitchFamily="34" charset="-122"/>
              </a:rPr>
              <a:t>Server Overview</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Common Server Software</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Security Threats</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Vulnerabilities and Patches</a:t>
            </a:r>
          </a:p>
          <a:p>
            <a:pPr fontAlgn="ct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78742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067331813"/>
          <p:cNvSpPr>
            <a:spLocks noGrp="1"/>
          </p:cNvSpPr>
          <p:nvPr>
            <p:ph type="title"/>
          </p:nvPr>
        </p:nvSpPr>
        <p:spPr/>
        <p:txBody>
          <a:bodyPr/>
          <a:lstStyle/>
          <a:p>
            <a:r>
              <a:rPr lang="en-US" altLang="zh-CN"/>
              <a:t>Server Software</a:t>
            </a:r>
            <a:endParaRPr lang="en-US" altLang="zh-CN" dirty="0"/>
          </a:p>
        </p:txBody>
      </p:sp>
      <p:sp>
        <p:nvSpPr>
          <p:cNvPr id="2" name="1220582009"/>
          <p:cNvSpPr>
            <a:spLocks noGrp="1"/>
          </p:cNvSpPr>
          <p:nvPr>
            <p:ph type="body" sz="quarter" idx="10"/>
          </p:nvPr>
        </p:nvSpPr>
        <p:spPr/>
        <p:txBody>
          <a:bodyPr/>
          <a:lstStyle/>
          <a:p>
            <a:r>
              <a:rPr lang="en-US" altLang="zh-CN" dirty="0"/>
              <a:t>Server software works in client/server (C/S) or browser/server (B/S) mode. There are many forms of servers, including</a:t>
            </a:r>
          </a:p>
          <a:p>
            <a:pPr lvl="1"/>
            <a:r>
              <a:rPr lang="en-US" altLang="zh-CN" dirty="0"/>
              <a:t>File server</a:t>
            </a:r>
          </a:p>
          <a:p>
            <a:pPr lvl="1"/>
            <a:r>
              <a:rPr lang="en-US" altLang="zh-CN" dirty="0"/>
              <a:t>Database server</a:t>
            </a:r>
          </a:p>
          <a:p>
            <a:pPr lvl="1"/>
            <a:r>
              <a:rPr lang="en-US" altLang="zh-CN" dirty="0"/>
              <a:t>Mail server</a:t>
            </a:r>
          </a:p>
          <a:p>
            <a:pPr lvl="1"/>
            <a:r>
              <a:rPr lang="en-US" altLang="zh-CN" dirty="0"/>
              <a:t>Web server</a:t>
            </a:r>
          </a:p>
          <a:p>
            <a:pPr lvl="1"/>
            <a:r>
              <a:rPr lang="en-US" altLang="zh-CN" dirty="0"/>
              <a:t>FTP server</a:t>
            </a:r>
          </a:p>
          <a:p>
            <a:pPr lvl="1"/>
            <a:r>
              <a:rPr lang="en-US" altLang="zh-CN" dirty="0"/>
              <a:t>Domain Name System (DNS) server</a:t>
            </a:r>
          </a:p>
          <a:p>
            <a:pPr lvl="1"/>
            <a:r>
              <a:rPr lang="en-US" altLang="zh-CN" dirty="0"/>
              <a:t>Time synchronization server (NTP server)</a:t>
            </a:r>
          </a:p>
          <a:p>
            <a:pPr lvl="1"/>
            <a:r>
              <a:rPr lang="en-US" altLang="zh-CN" dirty="0"/>
              <a:t>Proxy server</a:t>
            </a:r>
          </a:p>
          <a:p>
            <a:endParaRPr lang="en-US" altLang="zh-CN" dirty="0"/>
          </a:p>
        </p:txBody>
      </p:sp>
    </p:spTree>
    <p:extLst>
      <p:ext uri="{BB962C8B-B14F-4D97-AF65-F5344CB8AC3E}">
        <p14:creationId xmlns:p14="http://schemas.microsoft.com/office/powerpoint/2010/main" val="3706002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425949171"/>
          <p:cNvSpPr>
            <a:spLocks noGrp="1"/>
          </p:cNvSpPr>
          <p:nvPr>
            <p:ph type="body" sz="quarter" idx="10"/>
          </p:nvPr>
        </p:nvSpPr>
        <p:spPr/>
        <p:txBody>
          <a:bodyPr wrap="square">
            <a:noAutofit/>
          </a:bodyPr>
          <a:lstStyle/>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Overview</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Common Server Software</a:t>
            </a:r>
          </a:p>
          <a:p>
            <a:pPr fontAlgn="ctr"/>
            <a:r>
              <a:rPr lang="en-US" altLang="zh-CN" b="1" dirty="0">
                <a:latin typeface="微软雅黑" panose="020B0503020204020204" pitchFamily="34" charset="-122"/>
                <a:ea typeface="微软雅黑" panose="020B0503020204020204" pitchFamily="34" charset="-122"/>
              </a:rPr>
              <a:t>Server Security Threats</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Vulnerabilities and Patches</a:t>
            </a:r>
          </a:p>
          <a:p>
            <a:pPr fontAlgn="ctr"/>
            <a:endParaRPr lang="en-US" altLang="zh-CN" b="1" dirty="0">
              <a:latin typeface="微软雅黑" panose="020B0503020204020204" pitchFamily="34" charset="-122"/>
              <a:ea typeface="微软雅黑" panose="020B0503020204020204" pitchFamily="34" charset="-122"/>
            </a:endParaRPr>
          </a:p>
          <a:p>
            <a:pPr fontAlgn="ct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80702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50430820"/>
          <p:cNvSpPr>
            <a:spLocks noGrp="1"/>
          </p:cNvSpPr>
          <p:nvPr>
            <p:ph type="title"/>
          </p:nvPr>
        </p:nvSpPr>
        <p:spPr/>
        <p:txBody>
          <a:bodyPr/>
          <a:lstStyle/>
          <a:p>
            <a:r>
              <a:rPr lang="en-US" altLang="zh-CN"/>
              <a:t>Server Security Threats</a:t>
            </a:r>
            <a:endParaRPr lang="en-US" altLang="zh-CN" dirty="0"/>
          </a:p>
        </p:txBody>
      </p:sp>
      <p:sp>
        <p:nvSpPr>
          <p:cNvPr id="5" name="1162316380"/>
          <p:cNvSpPr>
            <a:spLocks noGrp="1"/>
          </p:cNvSpPr>
          <p:nvPr>
            <p:ph type="body" sz="quarter" idx="10"/>
          </p:nvPr>
        </p:nvSpPr>
        <p:spPr/>
        <p:txBody>
          <a:bodyPr/>
          <a:lstStyle/>
          <a:p>
            <a:r>
              <a:rPr lang="en-US" altLang="zh-CN" dirty="0"/>
              <a:t>Which security threats may affect the running of a server?</a:t>
            </a:r>
          </a:p>
        </p:txBody>
      </p:sp>
      <p:graphicFrame>
        <p:nvGraphicFramePr>
          <p:cNvPr id="6" name="图示 5"/>
          <p:cNvGraphicFramePr/>
          <p:nvPr>
            <p:extLst>
              <p:ext uri="{D42A27DB-BD31-4B8C-83A1-F6EECF244321}">
                <p14:modId xmlns:p14="http://schemas.microsoft.com/office/powerpoint/2010/main" val="1890982282"/>
              </p:ext>
            </p:extLst>
          </p:nvPr>
        </p:nvGraphicFramePr>
        <p:xfrm>
          <a:off x="2396292" y="1804496"/>
          <a:ext cx="7399415" cy="44731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3" name="组合 12"/>
          <p:cNvGrpSpPr/>
          <p:nvPr/>
        </p:nvGrpSpPr>
        <p:grpSpPr>
          <a:xfrm>
            <a:off x="3755740" y="2176469"/>
            <a:ext cx="4608512" cy="3979450"/>
            <a:chOff x="3755740" y="2176469"/>
            <a:chExt cx="4608512" cy="3979450"/>
          </a:xfrm>
        </p:grpSpPr>
        <p:sp>
          <p:nvSpPr>
            <p:cNvPr id="3" name="文本框 2"/>
            <p:cNvSpPr txBox="1"/>
            <p:nvPr/>
          </p:nvSpPr>
          <p:spPr bwMode="auto">
            <a:xfrm>
              <a:off x="3755740" y="3367859"/>
              <a:ext cx="1417342"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en-US" sz="1400" dirty="0">
                  <a:solidFill>
                    <a:sysClr val="windowText" lastClr="000000"/>
                  </a:solidFill>
                  <a:latin typeface="微软雅黑" panose="020B0503020204020204" pitchFamily="34" charset="-122"/>
                  <a:ea typeface="微软雅黑" panose="020B0503020204020204" pitchFamily="34" charset="-122"/>
                </a:rPr>
                <a:t>System vulnerabilities</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a:p>
              <a:pPr algn="ctr" defTabSz="1001649" eaLnBrk="0" hangingPunct="0"/>
              <a:endParaRPr lang="zh-CN" altLang="en-US" sz="1400" dirty="0">
                <a:solidFill>
                  <a:srgbClr val="000000"/>
                </a:solidFill>
                <a:latin typeface="+mn-lt"/>
                <a:ea typeface="+mn-ea"/>
                <a:cs typeface="Arial" pitchFamily="34" charset="0"/>
              </a:endParaRPr>
            </a:p>
          </p:txBody>
        </p:sp>
        <p:sp>
          <p:nvSpPr>
            <p:cNvPr id="4" name="文本框 3"/>
            <p:cNvSpPr txBox="1"/>
            <p:nvPr/>
          </p:nvSpPr>
          <p:spPr bwMode="auto">
            <a:xfrm>
              <a:off x="5573942" y="2176469"/>
              <a:ext cx="1044116"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en-US" sz="1400" dirty="0">
                  <a:solidFill>
                    <a:sysClr val="windowText" lastClr="000000"/>
                  </a:solidFill>
                  <a:latin typeface="微软雅黑" panose="020B0503020204020204" pitchFamily="34" charset="-122"/>
                  <a:ea typeface="微软雅黑" panose="020B0503020204020204" pitchFamily="34" charset="-122"/>
                </a:rPr>
                <a:t>Malicious programs</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a:p>
              <a:pPr algn="ctr" defTabSz="1001649" eaLnBrk="0" hangingPunct="0"/>
              <a:endParaRPr lang="zh-CN" altLang="en-US" sz="1400" dirty="0">
                <a:solidFill>
                  <a:srgbClr val="000000"/>
                </a:solidFill>
                <a:latin typeface="+mn-lt"/>
                <a:ea typeface="+mn-ea"/>
                <a:cs typeface="Arial" pitchFamily="34" charset="0"/>
              </a:endParaRPr>
            </a:p>
          </p:txBody>
        </p:sp>
        <p:sp>
          <p:nvSpPr>
            <p:cNvPr id="7" name="文本框 6"/>
            <p:cNvSpPr txBox="1"/>
            <p:nvPr/>
          </p:nvSpPr>
          <p:spPr bwMode="auto">
            <a:xfrm>
              <a:off x="7212124" y="3284984"/>
              <a:ext cx="1152128" cy="962723"/>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en-US" sz="1400" dirty="0">
                  <a:solidFill>
                    <a:sysClr val="windowText" lastClr="000000"/>
                  </a:solidFill>
                  <a:latin typeface="微软雅黑" panose="020B0503020204020204" pitchFamily="34" charset="-122"/>
                  <a:ea typeface="微软雅黑" panose="020B0503020204020204" pitchFamily="34" charset="-122"/>
                </a:rPr>
                <a:t>Brute force cracking by hackers</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a:p>
              <a:pPr algn="ctr" defTabSz="1001649" eaLnBrk="0" hangingPunct="0"/>
              <a:endParaRPr lang="zh-CN" altLang="en-US" sz="1400" dirty="0">
                <a:solidFill>
                  <a:srgbClr val="000000"/>
                </a:solidFill>
                <a:latin typeface="+mn-lt"/>
                <a:ea typeface="+mn-ea"/>
                <a:cs typeface="Arial" pitchFamily="34" charset="0"/>
              </a:endParaRPr>
            </a:p>
          </p:txBody>
        </p:sp>
        <p:sp>
          <p:nvSpPr>
            <p:cNvPr id="8" name="文本框 7"/>
            <p:cNvSpPr txBox="1"/>
            <p:nvPr/>
          </p:nvSpPr>
          <p:spPr bwMode="auto">
            <a:xfrm>
              <a:off x="6600056" y="5193196"/>
              <a:ext cx="1044116" cy="962723"/>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ysClr val="windowText" lastClr="000000"/>
                  </a:solidFill>
                  <a:latin typeface="微软雅黑" panose="020B0503020204020204" pitchFamily="34" charset="-122"/>
                  <a:ea typeface="微软雅黑" panose="020B0503020204020204" pitchFamily="34" charset="-122"/>
                </a:rPr>
                <a:t>SQL injection attacks</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a:p>
              <a:pPr algn="ctr" defTabSz="1001649" eaLnBrk="0" hangingPunct="0"/>
              <a:endParaRPr lang="zh-CN" altLang="en-US" sz="1400" dirty="0">
                <a:solidFill>
                  <a:srgbClr val="000000"/>
                </a:solidFill>
                <a:latin typeface="+mn-lt"/>
                <a:ea typeface="+mn-ea"/>
                <a:cs typeface="Arial" pitchFamily="34" charset="0"/>
              </a:endParaRPr>
            </a:p>
          </p:txBody>
        </p:sp>
        <p:sp>
          <p:nvSpPr>
            <p:cNvPr id="9" name="文本框 8"/>
            <p:cNvSpPr txBox="1"/>
            <p:nvPr/>
          </p:nvSpPr>
          <p:spPr bwMode="auto">
            <a:xfrm>
              <a:off x="4655840" y="5329119"/>
              <a:ext cx="895284" cy="747279"/>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err="1">
                  <a:solidFill>
                    <a:sysClr val="windowText" lastClr="000000"/>
                  </a:solidFill>
                  <a:latin typeface="微软雅黑" panose="020B0503020204020204" pitchFamily="34" charset="-122"/>
                  <a:ea typeface="微软雅黑" panose="020B0503020204020204" pitchFamily="34" charset="-122"/>
                </a:rPr>
                <a:t>DDoS</a:t>
              </a:r>
              <a:r>
                <a:rPr lang="en-US" altLang="zh-CN" sz="1400" dirty="0">
                  <a:solidFill>
                    <a:sysClr val="windowText" lastClr="000000"/>
                  </a:solidFill>
                  <a:latin typeface="微软雅黑" panose="020B0503020204020204" pitchFamily="34" charset="-122"/>
                  <a:ea typeface="微软雅黑" panose="020B0503020204020204" pitchFamily="34" charset="-122"/>
                </a:rPr>
                <a:t> attacks</a:t>
              </a:r>
              <a:endParaRPr lang="zh-CN" altLang="en-US" sz="1400" dirty="0">
                <a:solidFill>
                  <a:sysClr val="windowText" lastClr="000000"/>
                </a:solidFill>
                <a:latin typeface="微软雅黑" panose="020B0503020204020204" pitchFamily="34" charset="-122"/>
                <a:ea typeface="微软雅黑" panose="020B0503020204020204" pitchFamily="34" charset="-122"/>
              </a:endParaRPr>
            </a:p>
            <a:p>
              <a:pPr algn="ctr" defTabSz="1001649" eaLnBrk="0" hangingPunct="0"/>
              <a:endParaRPr lang="zh-CN" altLang="en-US" sz="1400" dirty="0">
                <a:solidFill>
                  <a:srgbClr val="000000"/>
                </a:solidFill>
                <a:latin typeface="+mn-lt"/>
                <a:ea typeface="+mn-ea"/>
                <a:cs typeface="Arial" pitchFamily="34" charset="0"/>
              </a:endParaRPr>
            </a:p>
          </p:txBody>
        </p:sp>
      </p:grpSp>
    </p:spTree>
    <p:extLst>
      <p:ext uri="{BB962C8B-B14F-4D97-AF65-F5344CB8AC3E}">
        <p14:creationId xmlns:p14="http://schemas.microsoft.com/office/powerpoint/2010/main" val="20003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002859003"/>
          <p:cNvSpPr>
            <a:spLocks noGrp="1"/>
          </p:cNvSpPr>
          <p:nvPr>
            <p:ph type="title"/>
          </p:nvPr>
        </p:nvSpPr>
        <p:spPr/>
        <p:txBody>
          <a:bodyPr/>
          <a:lstStyle/>
          <a:p>
            <a:r>
              <a:rPr lang="en-US" altLang="zh-CN" dirty="0"/>
              <a:t>Malicious Programs</a:t>
            </a:r>
          </a:p>
        </p:txBody>
      </p:sp>
      <p:sp>
        <p:nvSpPr>
          <p:cNvPr id="5" name="2101098093"/>
          <p:cNvSpPr>
            <a:spLocks noGrp="1"/>
          </p:cNvSpPr>
          <p:nvPr>
            <p:ph type="body" sz="quarter" idx="10"/>
          </p:nvPr>
        </p:nvSpPr>
        <p:spPr/>
        <p:txBody>
          <a:bodyPr/>
          <a:lstStyle/>
          <a:p>
            <a:r>
              <a:rPr lang="en-US" altLang="zh-CN" dirty="0"/>
              <a:t>Malicious programs are usually written with attack intention.</a:t>
            </a:r>
          </a:p>
          <a:p>
            <a:r>
              <a:rPr lang="en-US" altLang="zh-CN" dirty="0"/>
              <a:t>Threats from malicious programs can be divided into two categories:</a:t>
            </a:r>
          </a:p>
          <a:p>
            <a:pPr lvl="1"/>
            <a:r>
              <a:rPr lang="en-US" altLang="zh-CN" dirty="0"/>
              <a:t>Threats dependent on host programs that cannot take effect without an application.</a:t>
            </a:r>
          </a:p>
          <a:p>
            <a:pPr lvl="1"/>
            <a:r>
              <a:rPr lang="en-US" altLang="zh-CN" dirty="0"/>
              <a:t>Independent threats in a self-contained program that can be scheduled and run by an operating system</a:t>
            </a:r>
          </a:p>
          <a:p>
            <a:r>
              <a:rPr lang="en-US" altLang="zh-CN" dirty="0"/>
              <a:t>Malicious programs include Trojan horses, worms, and viruses.</a:t>
            </a:r>
          </a:p>
        </p:txBody>
      </p:sp>
      <p:grpSp>
        <p:nvGrpSpPr>
          <p:cNvPr id="9" name="组合 8"/>
          <p:cNvGrpSpPr/>
          <p:nvPr/>
        </p:nvGrpSpPr>
        <p:grpSpPr>
          <a:xfrm>
            <a:off x="2525147" y="4797152"/>
            <a:ext cx="7141706" cy="1359502"/>
            <a:chOff x="2855640" y="4667148"/>
            <a:chExt cx="6167862" cy="1174120"/>
          </a:xfrm>
        </p:grpSpPr>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5640" y="4667148"/>
              <a:ext cx="1152128" cy="1152128"/>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9614" y="4667148"/>
              <a:ext cx="1152773" cy="117412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24193" y="4752236"/>
              <a:ext cx="1199309" cy="1052024"/>
            </a:xfrm>
            <a:prstGeom prst="rect">
              <a:avLst/>
            </a:prstGeom>
          </p:spPr>
        </p:pic>
      </p:grpSp>
    </p:spTree>
    <p:extLst>
      <p:ext uri="{BB962C8B-B14F-4D97-AF65-F5344CB8AC3E}">
        <p14:creationId xmlns:p14="http://schemas.microsoft.com/office/powerpoint/2010/main" val="34751090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32123356"/>
          <p:cNvSpPr>
            <a:spLocks noGrp="1"/>
          </p:cNvSpPr>
          <p:nvPr>
            <p:ph type="title"/>
          </p:nvPr>
        </p:nvSpPr>
        <p:spPr/>
        <p:txBody>
          <a:bodyPr/>
          <a:lstStyle/>
          <a:p>
            <a:r>
              <a:rPr lang="en-US" altLang="zh-CN"/>
              <a:t>Brute Force Cracking by Hackers</a:t>
            </a:r>
            <a:endParaRPr lang="en-US" altLang="zh-CN" dirty="0"/>
          </a:p>
        </p:txBody>
      </p:sp>
      <p:sp>
        <p:nvSpPr>
          <p:cNvPr id="3" name="459586625"/>
          <p:cNvSpPr>
            <a:spLocks noGrp="1"/>
          </p:cNvSpPr>
          <p:nvPr>
            <p:ph type="body" sz="quarter" idx="10"/>
          </p:nvPr>
        </p:nvSpPr>
        <p:spPr/>
        <p:txBody>
          <a:bodyPr/>
          <a:lstStyle/>
          <a:p>
            <a:r>
              <a:rPr lang="en-US" altLang="zh-CN"/>
              <a:t>If hackers fail to acquire a password by conventional means, they may use brute force to crack the password.</a:t>
            </a:r>
          </a:p>
          <a:p>
            <a:r>
              <a:rPr lang="en-US" altLang="zh-CN"/>
              <a:t>Brute force cracking is an exhaustive search method in which a hacker tries many combinations to obtain the password.</a:t>
            </a:r>
            <a:endParaRPr lang="zh-CN" altLang="en-US" dirty="0"/>
          </a:p>
        </p:txBody>
      </p:sp>
      <p:grpSp>
        <p:nvGrpSpPr>
          <p:cNvPr id="6" name="组合 5"/>
          <p:cNvGrpSpPr/>
          <p:nvPr/>
        </p:nvGrpSpPr>
        <p:grpSpPr>
          <a:xfrm>
            <a:off x="1454337" y="3817992"/>
            <a:ext cx="9283326" cy="2377400"/>
            <a:chOff x="2783632" y="4365105"/>
            <a:chExt cx="6727181" cy="1722787"/>
          </a:xfrm>
        </p:grpSpPr>
        <p:pic>
          <p:nvPicPr>
            <p:cNvPr id="3074" name="Picture 2" descr="https://timgsa.baidu.com/timg?image&amp;quality=80&amp;size=b9999_10000&amp;sec=1527141054320&amp;di=198df8e851c000b8573dce80669075db&amp;imgtype=0&amp;src=http%3A%2F%2Fsrc.onlinedown.net%2Fnew_img%2Fapk_logo%2F2015%2F0713%2F408649_1436753420_536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3632" y="4365105"/>
              <a:ext cx="1371600" cy="1371601"/>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直接箭头连接符 12"/>
            <p:cNvCxnSpPr/>
            <p:nvPr/>
          </p:nvCxnSpPr>
          <p:spPr bwMode="auto">
            <a:xfrm>
              <a:off x="4439816" y="5517232"/>
              <a:ext cx="3204356" cy="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文本框 14"/>
            <p:cNvSpPr txBox="1"/>
            <p:nvPr/>
          </p:nvSpPr>
          <p:spPr bwMode="auto">
            <a:xfrm>
              <a:off x="7246797" y="4440491"/>
              <a:ext cx="2264016" cy="347170"/>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rPr>
                <a:t>Password: Huawei@123</a:t>
              </a:r>
            </a:p>
          </p:txBody>
        </p:sp>
        <p:sp>
          <p:nvSpPr>
            <p:cNvPr id="17" name="文本框 16"/>
            <p:cNvSpPr txBox="1"/>
            <p:nvPr/>
          </p:nvSpPr>
          <p:spPr bwMode="auto">
            <a:xfrm>
              <a:off x="4871865" y="4616983"/>
              <a:ext cx="2227473" cy="83961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Huawei@321   </a:t>
              </a:r>
              <a:r>
                <a:rPr lang="en-US" altLang="zh-CN" sz="1600" dirty="0">
                  <a:solidFill>
                    <a:srgbClr val="C00000"/>
                  </a:solidFill>
                  <a:latin typeface="微软雅黑" panose="020B0503020204020204" pitchFamily="34" charset="-122"/>
                  <a:ea typeface="微软雅黑" panose="020B0503020204020204" pitchFamily="34" charset="-122"/>
                  <a:cs typeface="Arial" pitchFamily="34" charset="0"/>
                  <a:sym typeface="Wingdings 2" panose="05020102010507070707" pitchFamily="18" charset="2"/>
                </a:rPr>
                <a:t></a:t>
              </a:r>
              <a:endParaRPr lang="en-US" altLang="zh-CN" sz="1600" dirty="0">
                <a:solidFill>
                  <a:srgbClr val="C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endParaRPr>
            </a:p>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Huawei@213   </a:t>
              </a:r>
              <a:r>
                <a:rPr lang="en-US" altLang="zh-CN" sz="1600" dirty="0">
                  <a:solidFill>
                    <a:srgbClr val="C00000"/>
                  </a:solidFill>
                  <a:latin typeface="微软雅黑" panose="020B0503020204020204" pitchFamily="34" charset="-122"/>
                  <a:ea typeface="微软雅黑" panose="020B0503020204020204" pitchFamily="34" charset="-122"/>
                  <a:cs typeface="Arial" pitchFamily="34" charset="0"/>
                  <a:sym typeface="Wingdings 2" panose="05020102010507070707" pitchFamily="18" charset="2"/>
                </a:rPr>
                <a:t></a:t>
              </a:r>
              <a:endPar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endParaRPr>
            </a:p>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Huawei@123   </a:t>
              </a:r>
              <a:r>
                <a:rPr lang="en-US" altLang="zh-CN" sz="1600" dirty="0">
                  <a:solidFill>
                    <a:srgbClr val="C00000"/>
                  </a:solidFill>
                  <a:latin typeface="微软雅黑" panose="020B0503020204020204" pitchFamily="34" charset="-122"/>
                  <a:ea typeface="微软雅黑" panose="020B0503020204020204" pitchFamily="34" charset="-122"/>
                  <a:cs typeface="Arial" pitchFamily="34" charset="0"/>
                  <a:sym typeface="Wingdings 2" panose="05020102010507070707" pitchFamily="18" charset="2"/>
                </a:rPr>
                <a:t></a:t>
              </a:r>
              <a:endParaRPr lang="en-US" altLang="zh-CN" sz="1600" dirty="0">
                <a:solidFill>
                  <a:srgbClr val="C00000"/>
                </a:solidFill>
                <a:latin typeface="微软雅黑" panose="020B0503020204020204" pitchFamily="34" charset="-122"/>
                <a:ea typeface="微软雅黑" panose="020B0503020204020204" pitchFamily="34" charset="-122"/>
                <a:cs typeface="Arial" pitchFamily="34" charset="0"/>
              </a:endParaRPr>
            </a:p>
          </p:txBody>
        </p:sp>
        <p:sp>
          <p:nvSpPr>
            <p:cNvPr id="18" name="906545771"/>
            <p:cNvSpPr txBox="1"/>
            <p:nvPr/>
          </p:nvSpPr>
          <p:spPr bwMode="auto">
            <a:xfrm>
              <a:off x="2963652" y="5709945"/>
              <a:ext cx="1044724" cy="377947"/>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800" dirty="0">
                  <a:solidFill>
                    <a:srgbClr val="000000"/>
                  </a:solidFill>
                  <a:latin typeface="微软雅黑" panose="020B0503020204020204" pitchFamily="34" charset="-122"/>
                  <a:ea typeface="微软雅黑" panose="020B0503020204020204" pitchFamily="34" charset="-122"/>
                  <a:cs typeface="Arial" pitchFamily="34" charset="0"/>
                </a:rPr>
                <a:t>Hacker</a:t>
              </a:r>
            </a:p>
          </p:txBody>
        </p:sp>
        <p:pic>
          <p:nvPicPr>
            <p:cNvPr id="20" name="图片 19" descr="交换机.png"/>
            <p:cNvPicPr>
              <a:picLocks noChangeAspect="1"/>
            </p:cNvPicPr>
            <p:nvPr/>
          </p:nvPicPr>
          <p:blipFill>
            <a:blip r:embed="rId4" cstate="print"/>
            <a:stretch>
              <a:fillRect/>
            </a:stretch>
          </p:blipFill>
          <p:spPr>
            <a:xfrm>
              <a:off x="7931800" y="4820286"/>
              <a:ext cx="894011" cy="731462"/>
            </a:xfrm>
            <a:prstGeom prst="rect">
              <a:avLst/>
            </a:prstGeom>
          </p:spPr>
        </p:pic>
        <p:sp>
          <p:nvSpPr>
            <p:cNvPr id="21" name="1593736455"/>
            <p:cNvSpPr txBox="1"/>
            <p:nvPr/>
          </p:nvSpPr>
          <p:spPr bwMode="auto">
            <a:xfrm>
              <a:off x="7824192" y="5709945"/>
              <a:ext cx="1103040" cy="377947"/>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800" dirty="0">
                  <a:solidFill>
                    <a:srgbClr val="000000"/>
                  </a:solidFill>
                  <a:latin typeface="微软雅黑" panose="020B0503020204020204" pitchFamily="34" charset="-122"/>
                  <a:ea typeface="微软雅黑" panose="020B0503020204020204" pitchFamily="34" charset="-122"/>
                  <a:cs typeface="Arial" pitchFamily="34" charset="0"/>
                </a:rPr>
                <a:t>Server</a:t>
              </a:r>
            </a:p>
          </p:txBody>
        </p:sp>
      </p:grpSp>
    </p:spTree>
    <p:extLst>
      <p:ext uri="{BB962C8B-B14F-4D97-AF65-F5344CB8AC3E}">
        <p14:creationId xmlns:p14="http://schemas.microsoft.com/office/powerpoint/2010/main" val="33081720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455300413"/>
          <p:cNvSpPr>
            <a:spLocks noGrp="1"/>
          </p:cNvSpPr>
          <p:nvPr>
            <p:ph type="title"/>
          </p:nvPr>
        </p:nvSpPr>
        <p:spPr/>
        <p:txBody>
          <a:bodyPr/>
          <a:lstStyle/>
          <a:p>
            <a:r>
              <a:rPr lang="en-US" altLang="zh-CN" dirty="0"/>
              <a:t>SQL Injection Attacks</a:t>
            </a:r>
          </a:p>
        </p:txBody>
      </p:sp>
      <p:sp>
        <p:nvSpPr>
          <p:cNvPr id="3" name="1335855541"/>
          <p:cNvSpPr>
            <a:spLocks noGrp="1"/>
          </p:cNvSpPr>
          <p:nvPr>
            <p:ph type="body" sz="quarter" idx="10"/>
          </p:nvPr>
        </p:nvSpPr>
        <p:spPr/>
        <p:txBody>
          <a:bodyPr/>
          <a:lstStyle/>
          <a:p>
            <a:pPr>
              <a:lnSpc>
                <a:spcPct val="110000"/>
              </a:lnSpc>
            </a:pPr>
            <a:r>
              <a:rPr lang="en-US" altLang="zh-CN" dirty="0"/>
              <a:t>An SQL injection attack inserts malicious SQL commands into the input field of a web form or the query string of a page request to deceive the server to execute malicious SQL commands.</a:t>
            </a:r>
          </a:p>
          <a:p>
            <a:pPr>
              <a:lnSpc>
                <a:spcPct val="110000"/>
              </a:lnSpc>
            </a:pPr>
            <a:r>
              <a:rPr lang="en-US" altLang="zh-CN" dirty="0"/>
              <a:t>The commands entered are used to build (or manipulate) dynamic SQL commands or as input parameters for storage procedures. Such forms are particularly vulnerable to SQL injection attacks. For non-web CS framework systems, SQL injection risks also exist.</a:t>
            </a:r>
          </a:p>
        </p:txBody>
      </p:sp>
      <p:grpSp>
        <p:nvGrpSpPr>
          <p:cNvPr id="27" name="组合 26"/>
          <p:cNvGrpSpPr/>
          <p:nvPr/>
        </p:nvGrpSpPr>
        <p:grpSpPr>
          <a:xfrm>
            <a:off x="1761588" y="4149080"/>
            <a:ext cx="8668823" cy="2025519"/>
            <a:chOff x="1451484" y="4175788"/>
            <a:chExt cx="8668823" cy="2025519"/>
          </a:xfrm>
        </p:grpSpPr>
        <p:pic>
          <p:nvPicPr>
            <p:cNvPr id="8" name="Picture 2" descr="https://timgsa.baidu.com/timg?image&amp;quality=80&amp;size=b9999_10000&amp;sec=1527141054320&amp;di=198df8e851c000b8573dce80669075db&amp;imgtype=0&amp;src=http%3A%2F%2Fsrc.onlinedown.net%2Fnew_img%2Fapk_logo%2F2015%2F0713%2F408649_1436753420_536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84" y="4349444"/>
              <a:ext cx="1235212" cy="1235212"/>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descr="Web服务器-蓝.png"/>
            <p:cNvPicPr>
              <a:picLocks noChangeAspect="1"/>
            </p:cNvPicPr>
            <p:nvPr/>
          </p:nvPicPr>
          <p:blipFill>
            <a:blip r:embed="rId4" cstate="print"/>
            <a:stretch>
              <a:fillRect/>
            </a:stretch>
          </p:blipFill>
          <p:spPr>
            <a:xfrm>
              <a:off x="5525146" y="4684210"/>
              <a:ext cx="849902" cy="695374"/>
            </a:xfrm>
            <a:prstGeom prst="rect">
              <a:avLst/>
            </a:prstGeom>
          </p:spPr>
        </p:pic>
        <p:pic>
          <p:nvPicPr>
            <p:cNvPr id="10" name="图片 9" descr="数据库.png"/>
            <p:cNvPicPr>
              <a:picLocks noChangeAspect="1"/>
            </p:cNvPicPr>
            <p:nvPr/>
          </p:nvPicPr>
          <p:blipFill>
            <a:blip r:embed="rId5" cstate="print"/>
            <a:stretch>
              <a:fillRect/>
            </a:stretch>
          </p:blipFill>
          <p:spPr>
            <a:xfrm>
              <a:off x="9074804" y="4670923"/>
              <a:ext cx="849902" cy="695374"/>
            </a:xfrm>
            <a:prstGeom prst="rect">
              <a:avLst/>
            </a:prstGeom>
          </p:spPr>
        </p:pic>
        <p:cxnSp>
          <p:nvCxnSpPr>
            <p:cNvPr id="16" name="直接箭头连接符 15"/>
            <p:cNvCxnSpPr/>
            <p:nvPr/>
          </p:nvCxnSpPr>
          <p:spPr bwMode="auto">
            <a:xfrm>
              <a:off x="2783632" y="4868224"/>
              <a:ext cx="265112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8" name="直接箭头连接符 17"/>
            <p:cNvCxnSpPr/>
            <p:nvPr/>
          </p:nvCxnSpPr>
          <p:spPr bwMode="auto">
            <a:xfrm>
              <a:off x="2783632" y="5160039"/>
              <a:ext cx="2651122"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9" name="1901927542"/>
            <p:cNvSpPr txBox="1"/>
            <p:nvPr/>
          </p:nvSpPr>
          <p:spPr bwMode="auto">
            <a:xfrm>
              <a:off x="2706839" y="4175788"/>
              <a:ext cx="2786673" cy="672971"/>
            </a:xfrm>
            <a:prstGeom prst="rect">
              <a:avLst/>
            </a:prstGeom>
            <a:noFill/>
            <a:ln w="9525">
              <a:noFill/>
              <a:miter lim="800000"/>
              <a:headEnd/>
              <a:tailEnd/>
            </a:ln>
          </p:spPr>
          <p:txBody>
            <a:bodyPr wrap="square" lIns="99980" tIns="49986" rIns="99980" bIns="49986" rtlCol="0">
              <a:noAutofit/>
            </a:bodyPr>
            <a:lstStyle/>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(1) An attacker accesses a website with SQL injection </a:t>
              </a:r>
            </a:p>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vulnerabilities to search for an injection point.</a:t>
              </a:r>
              <a:endPar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20" name="125917538"/>
            <p:cNvSpPr txBox="1"/>
            <p:nvPr/>
          </p:nvSpPr>
          <p:spPr bwMode="auto">
            <a:xfrm>
              <a:off x="2706839" y="5237306"/>
              <a:ext cx="2695494" cy="964001"/>
            </a:xfrm>
            <a:prstGeom prst="rect">
              <a:avLst/>
            </a:prstGeom>
            <a:noFill/>
            <a:ln w="9525">
              <a:noFill/>
              <a:miter lim="800000"/>
              <a:headEnd/>
              <a:tailEnd/>
            </a:ln>
          </p:spPr>
          <p:txBody>
            <a:bodyPr wrap="square" lIns="99980" tIns="49986" rIns="99980" bIns="49986" rtlCol="0">
              <a:noAutofit/>
            </a:bodyPr>
            <a:lstStyle/>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(2) The attacker constructs an injection statement. </a:t>
              </a:r>
            </a:p>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The injection statement and the SQL statement in the program </a:t>
              </a:r>
            </a:p>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are combined to generate a new SQL statement.</a:t>
              </a:r>
              <a:endPar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endParaRPr>
            </a:p>
          </p:txBody>
        </p:sp>
        <p:cxnSp>
          <p:nvCxnSpPr>
            <p:cNvPr id="21" name="直接箭头连接符 20"/>
            <p:cNvCxnSpPr/>
            <p:nvPr/>
          </p:nvCxnSpPr>
          <p:spPr bwMode="auto">
            <a:xfrm>
              <a:off x="6504742" y="4868224"/>
              <a:ext cx="2440368" cy="1526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2" name="1838600100"/>
            <p:cNvSpPr txBox="1"/>
            <p:nvPr/>
          </p:nvSpPr>
          <p:spPr bwMode="auto">
            <a:xfrm>
              <a:off x="6465439" y="4323298"/>
              <a:ext cx="2479671" cy="527456"/>
            </a:xfrm>
            <a:prstGeom prst="rect">
              <a:avLst/>
            </a:prstGeom>
            <a:noFill/>
            <a:ln w="9525">
              <a:noFill/>
              <a:miter lim="800000"/>
              <a:headEnd/>
              <a:tailEnd/>
            </a:ln>
          </p:spPr>
          <p:txBody>
            <a:bodyPr wrap="square" lIns="99980" tIns="49986" rIns="99980" bIns="49986" rtlCol="0">
              <a:noAutofit/>
            </a:bodyPr>
            <a:lstStyle/>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(3) The new SQL statement is submitted </a:t>
              </a:r>
            </a:p>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to the database.</a:t>
              </a:r>
              <a:endPar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endParaRPr>
            </a:p>
          </p:txBody>
        </p:sp>
        <p:cxnSp>
          <p:nvCxnSpPr>
            <p:cNvPr id="23" name="直接箭头连接符 22"/>
            <p:cNvCxnSpPr/>
            <p:nvPr/>
          </p:nvCxnSpPr>
          <p:spPr bwMode="auto">
            <a:xfrm flipH="1">
              <a:off x="6504742" y="5160039"/>
              <a:ext cx="2440368"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4" name="261896461"/>
            <p:cNvSpPr txBox="1"/>
            <p:nvPr/>
          </p:nvSpPr>
          <p:spPr bwMode="auto">
            <a:xfrm>
              <a:off x="6504742" y="5199253"/>
              <a:ext cx="2537640" cy="672971"/>
            </a:xfrm>
            <a:prstGeom prst="rect">
              <a:avLst/>
            </a:prstGeom>
            <a:noFill/>
            <a:ln w="9525">
              <a:noFill/>
              <a:miter lim="800000"/>
              <a:headEnd/>
              <a:tailEnd/>
            </a:ln>
          </p:spPr>
          <p:txBody>
            <a:bodyPr wrap="square" lIns="99980" tIns="49986" rIns="99980" bIns="49986" rtlCol="0">
              <a:noAutofit/>
            </a:bodyPr>
            <a:lstStyle/>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(4) The database executes the new SQL statement, </a:t>
              </a:r>
            </a:p>
            <a:p>
              <a:pPr defTabSz="1001649" eaLnBrk="0" fontAlgn="ctr" hangingPunct="0"/>
              <a:r>
                <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sym typeface="Wingdings" panose="05000000000000000000" pitchFamily="2" charset="2"/>
                </a:rPr>
                <a:t>causing an SQL injection attack.</a:t>
              </a:r>
              <a:endParaRPr lang="en-US" altLang="zh-CN" sz="105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15" name="988280626"/>
            <p:cNvSpPr txBox="1"/>
            <p:nvPr/>
          </p:nvSpPr>
          <p:spPr bwMode="auto">
            <a:xfrm>
              <a:off x="1616709" y="5549127"/>
              <a:ext cx="1008794" cy="340365"/>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800" dirty="0">
                  <a:solidFill>
                    <a:srgbClr val="000000"/>
                  </a:solidFill>
                  <a:latin typeface="微软雅黑" panose="020B0503020204020204" pitchFamily="34" charset="-122"/>
                  <a:ea typeface="微软雅黑" panose="020B0503020204020204" pitchFamily="34" charset="-122"/>
                  <a:cs typeface="Arial" pitchFamily="34" charset="0"/>
                </a:rPr>
                <a:t>Hacker</a:t>
              </a:r>
            </a:p>
          </p:txBody>
        </p:sp>
        <p:sp>
          <p:nvSpPr>
            <p:cNvPr id="17" name="1578803189"/>
            <p:cNvSpPr txBox="1"/>
            <p:nvPr/>
          </p:nvSpPr>
          <p:spPr bwMode="auto">
            <a:xfrm>
              <a:off x="5286637" y="5529041"/>
              <a:ext cx="1309317" cy="543276"/>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800" dirty="0">
                  <a:solidFill>
                    <a:srgbClr val="000000"/>
                  </a:solidFill>
                  <a:latin typeface="微软雅黑" panose="020B0503020204020204" pitchFamily="34" charset="-122"/>
                  <a:ea typeface="微软雅黑" panose="020B0503020204020204" pitchFamily="34" charset="-122"/>
                  <a:cs typeface="Arial" pitchFamily="34" charset="0"/>
                </a:rPr>
                <a:t>Website</a:t>
              </a:r>
            </a:p>
          </p:txBody>
        </p:sp>
        <p:sp>
          <p:nvSpPr>
            <p:cNvPr id="25" name="143317160"/>
            <p:cNvSpPr txBox="1"/>
            <p:nvPr/>
          </p:nvSpPr>
          <p:spPr bwMode="auto">
            <a:xfrm>
              <a:off x="8879203" y="5529041"/>
              <a:ext cx="1241104" cy="38053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800" dirty="0">
                  <a:solidFill>
                    <a:srgbClr val="000000"/>
                  </a:solidFill>
                  <a:latin typeface="微软雅黑" panose="020B0503020204020204" pitchFamily="34" charset="-122"/>
                  <a:ea typeface="微软雅黑" panose="020B0503020204020204" pitchFamily="34" charset="-122"/>
                  <a:cs typeface="Arial" pitchFamily="34" charset="0"/>
                </a:rPr>
                <a:t>Database</a:t>
              </a:r>
            </a:p>
          </p:txBody>
        </p:sp>
      </p:grpSp>
    </p:spTree>
    <p:extLst>
      <p:ext uri="{BB962C8B-B14F-4D97-AF65-F5344CB8AC3E}">
        <p14:creationId xmlns:p14="http://schemas.microsoft.com/office/powerpoint/2010/main" val="892466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680508374"/>
          <p:cNvSpPr>
            <a:spLocks noGrp="1"/>
          </p:cNvSpPr>
          <p:nvPr>
            <p:ph type="title"/>
          </p:nvPr>
        </p:nvSpPr>
        <p:spPr/>
        <p:txBody>
          <a:bodyPr/>
          <a:lstStyle/>
          <a:p>
            <a:r>
              <a:rPr lang="en-US" altLang="zh-CN"/>
              <a:t>DDoS Attacks</a:t>
            </a:r>
            <a:endParaRPr lang="en-US" altLang="zh-CN" dirty="0"/>
          </a:p>
        </p:txBody>
      </p:sp>
      <p:sp>
        <p:nvSpPr>
          <p:cNvPr id="3" name="453896541"/>
          <p:cNvSpPr>
            <a:spLocks noGrp="1"/>
          </p:cNvSpPr>
          <p:nvPr>
            <p:ph type="body" sz="quarter" idx="10"/>
          </p:nvPr>
        </p:nvSpPr>
        <p:spPr/>
        <p:txBody>
          <a:bodyPr/>
          <a:lstStyle/>
          <a:p>
            <a:r>
              <a:rPr lang="en-US" altLang="zh-CN"/>
              <a:t>Distributed denial of service (DDoS) attacks target large sites such as commercial companies, search engines, and government departments. A DDoS attack is launched by multiple controlled machines to a specified target. It is destructive and difficult to prevent.</a:t>
            </a:r>
          </a:p>
          <a:p>
            <a:endParaRPr lang="en-US" altLang="zh-CN" dirty="0"/>
          </a:p>
        </p:txBody>
      </p:sp>
      <p:grpSp>
        <p:nvGrpSpPr>
          <p:cNvPr id="12" name="组合 11"/>
          <p:cNvGrpSpPr/>
          <p:nvPr/>
        </p:nvGrpSpPr>
        <p:grpSpPr>
          <a:xfrm>
            <a:off x="1486750" y="3429000"/>
            <a:ext cx="9218499" cy="2808734"/>
            <a:chOff x="2296797" y="3768117"/>
            <a:chExt cx="7867767" cy="2397187"/>
          </a:xfrm>
        </p:grpSpPr>
        <p:pic>
          <p:nvPicPr>
            <p:cNvPr id="39" name="图片 3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2391" y="4588682"/>
              <a:ext cx="1168038" cy="733420"/>
            </a:xfrm>
            <a:prstGeom prst="rect">
              <a:avLst/>
            </a:prstGeom>
          </p:spPr>
        </p:pic>
        <p:pic>
          <p:nvPicPr>
            <p:cNvPr id="38" name="图片 3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33613" y="4870375"/>
              <a:ext cx="1168038" cy="733420"/>
            </a:xfrm>
            <a:prstGeom prst="rect">
              <a:avLst/>
            </a:prstGeom>
          </p:spPr>
        </p:pic>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44551" y="4321645"/>
              <a:ext cx="1168038" cy="733420"/>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9970" y="5021672"/>
              <a:ext cx="1168038" cy="733420"/>
            </a:xfrm>
            <a:prstGeom prst="rect">
              <a:avLst/>
            </a:prstGeom>
          </p:spPr>
        </p:pic>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9970" y="4556269"/>
              <a:ext cx="1168038" cy="733420"/>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99970" y="4008427"/>
              <a:ext cx="1168038" cy="733420"/>
            </a:xfrm>
            <a:prstGeom prst="rect">
              <a:avLst/>
            </a:prstGeom>
          </p:spPr>
        </p:pic>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1391" y="5372128"/>
              <a:ext cx="1168038" cy="733420"/>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0453" y="4789227"/>
              <a:ext cx="1168038" cy="733420"/>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1391" y="4276444"/>
              <a:ext cx="1168038" cy="733420"/>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1391" y="3768117"/>
              <a:ext cx="1168038" cy="733420"/>
            </a:xfrm>
            <a:prstGeom prst="rect">
              <a:avLst/>
            </a:prstGeom>
          </p:spPr>
        </p:pic>
        <p:pic>
          <p:nvPicPr>
            <p:cNvPr id="4" name="Picture 2" descr="https://timgsa.baidu.com/timg?image&amp;quality=80&amp;size=b9999_10000&amp;sec=1527141054320&amp;di=198df8e851c000b8573dce80669075db&amp;imgtype=0&amp;src=http%3A%2F%2Fsrc.onlinedown.net%2Fnew_img%2Fapk_logo%2F2015%2F0713%2F408649_1436753420_536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6797" y="4434633"/>
              <a:ext cx="937495" cy="937496"/>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descr="PC.png"/>
            <p:cNvPicPr>
              <a:picLocks noChangeAspect="1"/>
            </p:cNvPicPr>
            <p:nvPr/>
          </p:nvPicPr>
          <p:blipFill>
            <a:blip r:embed="rId5" cstate="print"/>
            <a:stretch>
              <a:fillRect/>
            </a:stretch>
          </p:blipFill>
          <p:spPr>
            <a:xfrm>
              <a:off x="4680347" y="3922938"/>
              <a:ext cx="539063" cy="414000"/>
            </a:xfrm>
            <a:prstGeom prst="rect">
              <a:avLst/>
            </a:prstGeom>
          </p:spPr>
        </p:pic>
        <p:pic>
          <p:nvPicPr>
            <p:cNvPr id="6" name="图片 5" descr="PC.png"/>
            <p:cNvPicPr>
              <a:picLocks noChangeAspect="1"/>
            </p:cNvPicPr>
            <p:nvPr/>
          </p:nvPicPr>
          <p:blipFill>
            <a:blip r:embed="rId5" cstate="print"/>
            <a:stretch>
              <a:fillRect/>
            </a:stretch>
          </p:blipFill>
          <p:spPr>
            <a:xfrm>
              <a:off x="4680347" y="4466401"/>
              <a:ext cx="539063" cy="414000"/>
            </a:xfrm>
            <a:prstGeom prst="rect">
              <a:avLst/>
            </a:prstGeom>
          </p:spPr>
        </p:pic>
        <p:pic>
          <p:nvPicPr>
            <p:cNvPr id="7" name="图片 6" descr="PC.png"/>
            <p:cNvPicPr>
              <a:picLocks noChangeAspect="1"/>
            </p:cNvPicPr>
            <p:nvPr/>
          </p:nvPicPr>
          <p:blipFill>
            <a:blip r:embed="rId5" cstate="print"/>
            <a:stretch>
              <a:fillRect/>
            </a:stretch>
          </p:blipFill>
          <p:spPr>
            <a:xfrm>
              <a:off x="4680346" y="5009864"/>
              <a:ext cx="539063" cy="414000"/>
            </a:xfrm>
            <a:prstGeom prst="rect">
              <a:avLst/>
            </a:prstGeom>
          </p:spPr>
        </p:pic>
        <p:pic>
          <p:nvPicPr>
            <p:cNvPr id="8" name="图片 7" descr="PC.png"/>
            <p:cNvPicPr>
              <a:picLocks noChangeAspect="1"/>
            </p:cNvPicPr>
            <p:nvPr/>
          </p:nvPicPr>
          <p:blipFill>
            <a:blip r:embed="rId5" cstate="print"/>
            <a:stretch>
              <a:fillRect/>
            </a:stretch>
          </p:blipFill>
          <p:spPr>
            <a:xfrm>
              <a:off x="4680346" y="5553326"/>
              <a:ext cx="539063" cy="414000"/>
            </a:xfrm>
            <a:prstGeom prst="rect">
              <a:avLst/>
            </a:prstGeom>
          </p:spPr>
        </p:pic>
        <p:pic>
          <p:nvPicPr>
            <p:cNvPr id="19" name="图片 18" descr="PC.png"/>
            <p:cNvPicPr>
              <a:picLocks noChangeAspect="1"/>
            </p:cNvPicPr>
            <p:nvPr/>
          </p:nvPicPr>
          <p:blipFill>
            <a:blip r:embed="rId5" cstate="print"/>
            <a:stretch>
              <a:fillRect/>
            </a:stretch>
          </p:blipFill>
          <p:spPr>
            <a:xfrm>
              <a:off x="5371337" y="4239707"/>
              <a:ext cx="539063" cy="414000"/>
            </a:xfrm>
            <a:prstGeom prst="rect">
              <a:avLst/>
            </a:prstGeom>
          </p:spPr>
        </p:pic>
        <p:pic>
          <p:nvPicPr>
            <p:cNvPr id="20" name="图片 19" descr="PC.png"/>
            <p:cNvPicPr>
              <a:picLocks noChangeAspect="1"/>
            </p:cNvPicPr>
            <p:nvPr/>
          </p:nvPicPr>
          <p:blipFill>
            <a:blip r:embed="rId5" cstate="print"/>
            <a:stretch>
              <a:fillRect/>
            </a:stretch>
          </p:blipFill>
          <p:spPr>
            <a:xfrm>
              <a:off x="5371337" y="4748392"/>
              <a:ext cx="539063" cy="414000"/>
            </a:xfrm>
            <a:prstGeom prst="rect">
              <a:avLst/>
            </a:prstGeom>
          </p:spPr>
        </p:pic>
        <p:pic>
          <p:nvPicPr>
            <p:cNvPr id="21" name="图片 20" descr="PC.png"/>
            <p:cNvPicPr>
              <a:picLocks noChangeAspect="1"/>
            </p:cNvPicPr>
            <p:nvPr/>
          </p:nvPicPr>
          <p:blipFill>
            <a:blip r:embed="rId5" cstate="print"/>
            <a:stretch>
              <a:fillRect/>
            </a:stretch>
          </p:blipFill>
          <p:spPr>
            <a:xfrm>
              <a:off x="5371337" y="5271675"/>
              <a:ext cx="539063" cy="414000"/>
            </a:xfrm>
            <a:prstGeom prst="rect">
              <a:avLst/>
            </a:prstGeom>
          </p:spPr>
        </p:pic>
        <p:pic>
          <p:nvPicPr>
            <p:cNvPr id="22" name="图片 21" descr="PC.png"/>
            <p:cNvPicPr>
              <a:picLocks noChangeAspect="1"/>
            </p:cNvPicPr>
            <p:nvPr/>
          </p:nvPicPr>
          <p:blipFill>
            <a:blip r:embed="rId5" cstate="print"/>
            <a:stretch>
              <a:fillRect/>
            </a:stretch>
          </p:blipFill>
          <p:spPr>
            <a:xfrm>
              <a:off x="3323692" y="4662645"/>
              <a:ext cx="677954" cy="520668"/>
            </a:xfrm>
            <a:prstGeom prst="rect">
              <a:avLst/>
            </a:prstGeom>
          </p:spPr>
        </p:pic>
        <p:cxnSp>
          <p:nvCxnSpPr>
            <p:cNvPr id="24" name="直接箭头连接符 23"/>
            <p:cNvCxnSpPr>
              <a:stCxn id="22" idx="3"/>
              <a:endCxn id="5" idx="1"/>
            </p:cNvCxnSpPr>
            <p:nvPr/>
          </p:nvCxnSpPr>
          <p:spPr bwMode="auto">
            <a:xfrm flipV="1">
              <a:off x="4001646" y="4129939"/>
              <a:ext cx="678700" cy="79304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6" name="直接箭头连接符 25"/>
            <p:cNvCxnSpPr>
              <a:stCxn id="22" idx="3"/>
              <a:endCxn id="6" idx="1"/>
            </p:cNvCxnSpPr>
            <p:nvPr/>
          </p:nvCxnSpPr>
          <p:spPr bwMode="auto">
            <a:xfrm flipV="1">
              <a:off x="4001646" y="4673401"/>
              <a:ext cx="678700" cy="249578"/>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1" name="直接箭头连接符 30"/>
            <p:cNvCxnSpPr>
              <a:stCxn id="22" idx="3"/>
              <a:endCxn id="7" idx="1"/>
            </p:cNvCxnSpPr>
            <p:nvPr/>
          </p:nvCxnSpPr>
          <p:spPr bwMode="auto">
            <a:xfrm>
              <a:off x="4001647" y="4922980"/>
              <a:ext cx="678699" cy="29388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直接箭头连接符 33"/>
            <p:cNvCxnSpPr>
              <a:stCxn id="22" idx="3"/>
              <a:endCxn id="8" idx="1"/>
            </p:cNvCxnSpPr>
            <p:nvPr/>
          </p:nvCxnSpPr>
          <p:spPr bwMode="auto">
            <a:xfrm>
              <a:off x="4001647" y="4922980"/>
              <a:ext cx="678699" cy="83734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pic>
          <p:nvPicPr>
            <p:cNvPr id="40" name="图片 39" descr="PC.png"/>
            <p:cNvPicPr>
              <a:picLocks noChangeAspect="1"/>
            </p:cNvPicPr>
            <p:nvPr/>
          </p:nvPicPr>
          <p:blipFill>
            <a:blip r:embed="rId5" cstate="print"/>
            <a:stretch>
              <a:fillRect/>
            </a:stretch>
          </p:blipFill>
          <p:spPr>
            <a:xfrm>
              <a:off x="6109465" y="4522529"/>
              <a:ext cx="539063" cy="414000"/>
            </a:xfrm>
            <a:prstGeom prst="rect">
              <a:avLst/>
            </a:prstGeom>
          </p:spPr>
        </p:pic>
        <p:pic>
          <p:nvPicPr>
            <p:cNvPr id="41" name="图片 40" descr="PC.png"/>
            <p:cNvPicPr>
              <a:picLocks noChangeAspect="1"/>
            </p:cNvPicPr>
            <p:nvPr/>
          </p:nvPicPr>
          <p:blipFill>
            <a:blip r:embed="rId5" cstate="print"/>
            <a:stretch>
              <a:fillRect/>
            </a:stretch>
          </p:blipFill>
          <p:spPr>
            <a:xfrm>
              <a:off x="6109465" y="5028559"/>
              <a:ext cx="539063" cy="414000"/>
            </a:xfrm>
            <a:prstGeom prst="rect">
              <a:avLst/>
            </a:prstGeom>
          </p:spPr>
        </p:pic>
        <p:pic>
          <p:nvPicPr>
            <p:cNvPr id="42" name="图片 41" descr="PC.png"/>
            <p:cNvPicPr>
              <a:picLocks noChangeAspect="1"/>
            </p:cNvPicPr>
            <p:nvPr/>
          </p:nvPicPr>
          <p:blipFill>
            <a:blip r:embed="rId5" cstate="print"/>
            <a:stretch>
              <a:fillRect/>
            </a:stretch>
          </p:blipFill>
          <p:spPr>
            <a:xfrm>
              <a:off x="6796879" y="4761331"/>
              <a:ext cx="539063" cy="414000"/>
            </a:xfrm>
            <a:prstGeom prst="rect">
              <a:avLst/>
            </a:prstGeom>
          </p:spPr>
        </p:pic>
        <p:pic>
          <p:nvPicPr>
            <p:cNvPr id="43" name="图片 42" descr="交换机.png"/>
            <p:cNvPicPr>
              <a:picLocks noChangeAspect="1"/>
            </p:cNvPicPr>
            <p:nvPr/>
          </p:nvPicPr>
          <p:blipFill>
            <a:blip r:embed="rId6" cstate="print"/>
            <a:stretch>
              <a:fillRect/>
            </a:stretch>
          </p:blipFill>
          <p:spPr>
            <a:xfrm>
              <a:off x="9297607" y="4628524"/>
              <a:ext cx="0" cy="0"/>
            </a:xfrm>
            <a:prstGeom prst="rect">
              <a:avLst/>
            </a:prstGeom>
          </p:spPr>
        </p:pic>
        <p:sp>
          <p:nvSpPr>
            <p:cNvPr id="44" name="1099195176"/>
            <p:cNvSpPr txBox="1"/>
            <p:nvPr/>
          </p:nvSpPr>
          <p:spPr bwMode="auto">
            <a:xfrm>
              <a:off x="2315580" y="5349063"/>
              <a:ext cx="913200" cy="593391"/>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rPr>
                <a:t>Hacker</a:t>
              </a:r>
            </a:p>
          </p:txBody>
        </p:sp>
        <p:sp>
          <p:nvSpPr>
            <p:cNvPr id="45" name="1531327523"/>
            <p:cNvSpPr txBox="1"/>
            <p:nvPr/>
          </p:nvSpPr>
          <p:spPr bwMode="auto">
            <a:xfrm>
              <a:off x="5219409" y="5818134"/>
              <a:ext cx="1682243" cy="347170"/>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rPr>
                <a:t>Zombie hosts</a:t>
              </a:r>
            </a:p>
          </p:txBody>
        </p:sp>
        <p:cxnSp>
          <p:nvCxnSpPr>
            <p:cNvPr id="47" name="直接连接符 46"/>
            <p:cNvCxnSpPr/>
            <p:nvPr/>
          </p:nvCxnSpPr>
          <p:spPr bwMode="auto">
            <a:xfrm>
              <a:off x="7650429" y="4989467"/>
              <a:ext cx="1425424" cy="0"/>
            </a:xfrm>
            <a:prstGeom prst="line">
              <a:avLst/>
            </a:prstGeom>
            <a:solidFill>
              <a:schemeClr val="accent1"/>
            </a:solidFill>
            <a:ln w="9525" cap="flat" cmpd="sng" algn="ctr">
              <a:solidFill>
                <a:schemeClr val="tx1"/>
              </a:solidFill>
              <a:prstDash val="solid"/>
              <a:round/>
              <a:headEnd type="none" w="med" len="med"/>
              <a:tailEnd type="triangle" w="med" len="med"/>
            </a:ln>
            <a:effectLst/>
          </p:spPr>
        </p:cxnSp>
        <p:sp>
          <p:nvSpPr>
            <p:cNvPr id="48" name="1225640041"/>
            <p:cNvSpPr txBox="1"/>
            <p:nvPr/>
          </p:nvSpPr>
          <p:spPr bwMode="auto">
            <a:xfrm>
              <a:off x="8834743" y="5382323"/>
              <a:ext cx="1329821" cy="593391"/>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rPr>
                <a:t>Attacked machines</a:t>
              </a:r>
            </a:p>
          </p:txBody>
        </p:sp>
        <p:pic>
          <p:nvPicPr>
            <p:cNvPr id="51" name="图片 50" descr="交换机.png"/>
            <p:cNvPicPr>
              <a:picLocks noChangeAspect="1"/>
            </p:cNvPicPr>
            <p:nvPr/>
          </p:nvPicPr>
          <p:blipFill>
            <a:blip r:embed="rId6" cstate="print"/>
            <a:stretch>
              <a:fillRect/>
            </a:stretch>
          </p:blipFill>
          <p:spPr>
            <a:xfrm>
              <a:off x="9075853" y="4565352"/>
              <a:ext cx="985064" cy="805959"/>
            </a:xfrm>
            <a:prstGeom prst="rect">
              <a:avLst/>
            </a:prstGeom>
          </p:spPr>
        </p:pic>
        <p:cxnSp>
          <p:nvCxnSpPr>
            <p:cNvPr id="53" name="直接连接符 52"/>
            <p:cNvCxnSpPr/>
            <p:nvPr/>
          </p:nvCxnSpPr>
          <p:spPr bwMode="auto">
            <a:xfrm>
              <a:off x="7650429" y="4839355"/>
              <a:ext cx="1425424" cy="0"/>
            </a:xfrm>
            <a:prstGeom prst="line">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54" name="直接连接符 53"/>
            <p:cNvCxnSpPr/>
            <p:nvPr/>
          </p:nvCxnSpPr>
          <p:spPr bwMode="auto">
            <a:xfrm>
              <a:off x="7650429" y="5139579"/>
              <a:ext cx="1425424" cy="0"/>
            </a:xfrm>
            <a:prstGeom prst="line">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55" name="直接连接符 54"/>
            <p:cNvCxnSpPr/>
            <p:nvPr/>
          </p:nvCxnSpPr>
          <p:spPr bwMode="auto">
            <a:xfrm>
              <a:off x="7650429" y="4689243"/>
              <a:ext cx="1425424" cy="0"/>
            </a:xfrm>
            <a:prstGeom prst="line">
              <a:avLst/>
            </a:prstGeom>
            <a:solidFill>
              <a:schemeClr val="accent1"/>
            </a:solidFill>
            <a:ln w="9525" cap="flat" cmpd="sng" algn="ctr">
              <a:solidFill>
                <a:schemeClr val="tx1"/>
              </a:solidFill>
              <a:prstDash val="solid"/>
              <a:round/>
              <a:headEnd type="none" w="med" len="med"/>
              <a:tailEnd type="triangle" w="med" len="med"/>
            </a:ln>
            <a:effectLst/>
          </p:spPr>
        </p:cxnSp>
        <p:cxnSp>
          <p:nvCxnSpPr>
            <p:cNvPr id="57" name="直接连接符 56"/>
            <p:cNvCxnSpPr/>
            <p:nvPr/>
          </p:nvCxnSpPr>
          <p:spPr bwMode="auto">
            <a:xfrm>
              <a:off x="7650429" y="5289689"/>
              <a:ext cx="1425424" cy="0"/>
            </a:xfrm>
            <a:prstGeom prst="line">
              <a:avLst/>
            </a:prstGeom>
            <a:solidFill>
              <a:schemeClr val="accent1"/>
            </a:solidFill>
            <a:ln w="9525" cap="flat" cmpd="sng" algn="ctr">
              <a:solidFill>
                <a:schemeClr val="tx1"/>
              </a:solidFill>
              <a:prstDash val="solid"/>
              <a:round/>
              <a:headEnd type="none" w="med" len="med"/>
              <a:tailEnd type="triangle" w="med" len="med"/>
            </a:ln>
            <a:effectLst/>
          </p:spPr>
        </p:cxnSp>
        <p:sp>
          <p:nvSpPr>
            <p:cNvPr id="65" name="文本框 64"/>
            <p:cNvSpPr txBox="1"/>
            <p:nvPr/>
          </p:nvSpPr>
          <p:spPr bwMode="auto">
            <a:xfrm>
              <a:off x="7666362" y="4363259"/>
              <a:ext cx="1329821" cy="347170"/>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rPr>
                <a:t>Flood</a:t>
              </a:r>
            </a:p>
          </p:txBody>
        </p:sp>
      </p:grpSp>
    </p:spTree>
    <p:extLst>
      <p:ext uri="{BB962C8B-B14F-4D97-AF65-F5344CB8AC3E}">
        <p14:creationId xmlns:p14="http://schemas.microsoft.com/office/powerpoint/2010/main" val="2692492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266614618"/>
          <p:cNvSpPr>
            <a:spLocks noGrp="1"/>
          </p:cNvSpPr>
          <p:nvPr>
            <p:ph type="title"/>
          </p:nvPr>
        </p:nvSpPr>
        <p:spPr/>
        <p:txBody>
          <a:bodyPr/>
          <a:lstStyle/>
          <a:p>
            <a:r>
              <a:rPr lang="en-US" altLang="zh-CN"/>
              <a:t>Common Security Threat Defense Methods</a:t>
            </a:r>
            <a:endParaRPr lang="en-US" altLang="zh-CN" dirty="0"/>
          </a:p>
        </p:txBody>
      </p:sp>
      <p:graphicFrame>
        <p:nvGraphicFramePr>
          <p:cNvPr id="6" name="1062287473"/>
          <p:cNvGraphicFramePr>
            <a:graphicFrameLocks noGrp="1"/>
          </p:cNvGraphicFramePr>
          <p:nvPr>
            <p:extLst>
              <p:ext uri="{D42A27DB-BD31-4B8C-83A1-F6EECF244321}">
                <p14:modId xmlns:p14="http://schemas.microsoft.com/office/powerpoint/2010/main" val="3281272525"/>
              </p:ext>
            </p:extLst>
          </p:nvPr>
        </p:nvGraphicFramePr>
        <p:xfrm>
          <a:off x="2099556" y="1335380"/>
          <a:ext cx="7992888" cy="4853462"/>
        </p:xfrm>
        <a:graphic>
          <a:graphicData uri="http://schemas.openxmlformats.org/drawingml/2006/table">
            <a:tbl>
              <a:tblPr firstRow="1" bandRow="1">
                <a:tableStyleId>{5C22544A-7EE6-4342-B048-85BDC9FD1C3A}</a:tableStyleId>
              </a:tblPr>
              <a:tblGrid>
                <a:gridCol w="2114357">
                  <a:extLst>
                    <a:ext uri="{9D8B030D-6E8A-4147-A177-3AD203B41FA5}">
                      <a16:colId xmlns:a16="http://schemas.microsoft.com/office/drawing/2014/main" val="20000"/>
                    </a:ext>
                  </a:extLst>
                </a:gridCol>
                <a:gridCol w="5878531">
                  <a:extLst>
                    <a:ext uri="{9D8B030D-6E8A-4147-A177-3AD203B41FA5}">
                      <a16:colId xmlns:a16="http://schemas.microsoft.com/office/drawing/2014/main" val="20001"/>
                    </a:ext>
                  </a:extLst>
                </a:gridCol>
              </a:tblGrid>
              <a:tr h="594006">
                <a:tc>
                  <a:txBody>
                    <a:bodyPr/>
                    <a:lstStyle/>
                    <a:p>
                      <a:pPr algn="ctr" fontAlgn="ctr"/>
                      <a:r>
                        <a:rPr lang="en-US" altLang="zh-CN" sz="1900" dirty="0">
                          <a:solidFill>
                            <a:schemeClr val="tx1"/>
                          </a:solidFill>
                          <a:latin typeface="微软雅黑" panose="020B0503020204020204" pitchFamily="34" charset="-122"/>
                          <a:ea typeface="微软雅黑" panose="020B0503020204020204" pitchFamily="34" charset="-122"/>
                        </a:rPr>
                        <a:t>Security Threat</a:t>
                      </a:r>
                    </a:p>
                  </a:txBody>
                  <a:tcPr marL="93315" marR="93315" marT="46657" marB="46657"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fontAlgn="ctr"/>
                      <a:r>
                        <a:rPr lang="en-US" altLang="zh-CN" sz="1900" dirty="0">
                          <a:solidFill>
                            <a:schemeClr val="tx1"/>
                          </a:solidFill>
                          <a:latin typeface="微软雅黑" panose="020B0503020204020204" pitchFamily="34" charset="-122"/>
                          <a:ea typeface="微软雅黑" panose="020B0503020204020204" pitchFamily="34" charset="-122"/>
                        </a:rPr>
                        <a:t>Defense Method</a:t>
                      </a:r>
                    </a:p>
                  </a:txBody>
                  <a:tcPr marL="93315" marR="93315" marT="46657" marB="46657"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0"/>
                  </a:ext>
                </a:extLst>
              </a:tr>
              <a:tr h="1128319">
                <a:tc>
                  <a:txBody>
                    <a:bodyPr/>
                    <a:lstStyle/>
                    <a:p>
                      <a:pPr algn="ctr" fontAlgn="ctr"/>
                      <a:r>
                        <a:rPr lang="en-US" altLang="zh-CN" sz="1700" dirty="0">
                          <a:solidFill>
                            <a:schemeClr val="tx1"/>
                          </a:solidFill>
                          <a:latin typeface="微软雅黑" panose="020B0503020204020204" pitchFamily="34" charset="-122"/>
                          <a:ea typeface="微软雅黑" panose="020B0503020204020204" pitchFamily="34" charset="-122"/>
                        </a:rPr>
                        <a:t>Malicious program</a:t>
                      </a:r>
                    </a:p>
                  </a:txBody>
                  <a:tcPr marL="93315" marR="93315" marT="46657" marB="46657"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Do not install suspicious software.</a:t>
                      </a:r>
                    </a:p>
                    <a:p>
                      <a:pPr marL="342900" marR="0" lvl="0" indent="-342900" algn="l" defTabSz="914400" rtl="0" eaLnBrk="1" fontAlgn="ctr" latinLnBrk="0" hangingPunct="1">
                        <a:lnSpc>
                          <a:spcPct val="100000"/>
                        </a:lnSpc>
                        <a:spcBef>
                          <a:spcPts val="0"/>
                        </a:spcBef>
                        <a:spcAft>
                          <a:spcPts val="0"/>
                        </a:spcAft>
                        <a:buClrTx/>
                        <a:buSzTx/>
                        <a:buFont typeface="+mj-lt"/>
                        <a:buAutoNum type="arabicPeriod"/>
                        <a:tabLst/>
                        <a:defRPr/>
                      </a:pPr>
                      <a:r>
                        <a:rPr lang="en-US" altLang="zh-CN" sz="1700" kern="1200" dirty="0">
                          <a:solidFill>
                            <a:schemeClr val="tx1"/>
                          </a:solidFill>
                          <a:latin typeface="微软雅黑" panose="020B0503020204020204" pitchFamily="34" charset="-122"/>
                          <a:ea typeface="微软雅黑" panose="020B0503020204020204" pitchFamily="34" charset="-122"/>
                          <a:cs typeface="+mn-cs"/>
                        </a:rPr>
                        <a:t>Do not open a link from an unknown sender.</a:t>
                      </a:r>
                    </a:p>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Install antivirus software.</a:t>
                      </a:r>
                    </a:p>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Do not access suspicious websites.</a:t>
                      </a:r>
                    </a:p>
                  </a:txBody>
                  <a:tcPr marL="93315" marR="93315" marT="46657" marB="46657">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128319">
                <a:tc>
                  <a:txBody>
                    <a:bodyPr/>
                    <a:lstStyle/>
                    <a:p>
                      <a:pPr algn="ctr" fontAlgn="ctr"/>
                      <a:r>
                        <a:rPr lang="en-US" altLang="zh-CN" sz="1700" dirty="0">
                          <a:solidFill>
                            <a:schemeClr val="tx1"/>
                          </a:solidFill>
                          <a:latin typeface="微软雅黑" panose="020B0503020204020204" pitchFamily="34" charset="-122"/>
                          <a:ea typeface="微软雅黑" panose="020B0503020204020204" pitchFamily="34" charset="-122"/>
                        </a:rPr>
                        <a:t>Brute force cracking by hackers</a:t>
                      </a:r>
                    </a:p>
                  </a:txBody>
                  <a:tcPr marL="93315" marR="93315" marT="46657" marB="46657"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Set complex passwords.</a:t>
                      </a:r>
                    </a:p>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Change the default port number.</a:t>
                      </a:r>
                    </a:p>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Disable password login, and only allow login using an authenticated secret key.</a:t>
                      </a:r>
                    </a:p>
                  </a:txBody>
                  <a:tcPr marL="93315" marR="93315" marT="46657" marB="46657">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128319">
                <a:tc>
                  <a:txBody>
                    <a:bodyPr/>
                    <a:lstStyle/>
                    <a:p>
                      <a:pPr algn="ctr" fontAlgn="ctr"/>
                      <a:r>
                        <a:rPr lang="en-US" altLang="zh-CN" sz="1700" dirty="0">
                          <a:solidFill>
                            <a:schemeClr val="tx1"/>
                          </a:solidFill>
                          <a:latin typeface="微软雅黑" panose="020B0503020204020204" pitchFamily="34" charset="-122"/>
                          <a:ea typeface="微软雅黑" panose="020B0503020204020204" pitchFamily="34" charset="-122"/>
                        </a:rPr>
                        <a:t>SQL injection attack</a:t>
                      </a:r>
                    </a:p>
                  </a:txBody>
                  <a:tcPr marL="93315" marR="93315" marT="46657" marB="46657"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Use regular expressions to filter input parameters.</a:t>
                      </a:r>
                    </a:p>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Use </a:t>
                      </a:r>
                      <a:r>
                        <a:rPr lang="en-US" altLang="zh-CN" sz="1700" kern="1200" dirty="0" err="1">
                          <a:solidFill>
                            <a:schemeClr val="tx1"/>
                          </a:solidFill>
                          <a:latin typeface="微软雅黑" panose="020B0503020204020204" pitchFamily="34" charset="-122"/>
                          <a:ea typeface="微软雅黑" panose="020B0503020204020204" pitchFamily="34" charset="-122"/>
                          <a:cs typeface="+mn-cs"/>
                        </a:rPr>
                        <a:t>PreparedStatement</a:t>
                      </a:r>
                      <a:r>
                        <a:rPr lang="en-US" altLang="zh-CN" sz="1700" kern="1200" dirty="0">
                          <a:solidFill>
                            <a:schemeClr val="tx1"/>
                          </a:solidFill>
                          <a:latin typeface="微软雅黑" panose="020B0503020204020204" pitchFamily="34" charset="-122"/>
                          <a:ea typeface="微软雅黑" panose="020B0503020204020204" pitchFamily="34" charset="-122"/>
                          <a:cs typeface="+mn-cs"/>
                        </a:rPr>
                        <a:t> instead of Statement.</a:t>
                      </a:r>
                    </a:p>
                    <a:p>
                      <a:pPr marL="342900" indent="-342900" fontAlgn="ctr">
                        <a:buFont typeface="+mj-lt"/>
                        <a:buAutoNum type="arabicPeriod"/>
                      </a:pPr>
                      <a:r>
                        <a:rPr lang="en-US" altLang="zh-CN" sz="1700" kern="1200" dirty="0">
                          <a:solidFill>
                            <a:schemeClr val="tx1"/>
                          </a:solidFill>
                          <a:latin typeface="微软雅黑" panose="020B0503020204020204" pitchFamily="34" charset="-122"/>
                          <a:ea typeface="微软雅黑" panose="020B0503020204020204" pitchFamily="34" charset="-122"/>
                          <a:cs typeface="+mn-cs"/>
                        </a:rPr>
                        <a:t>Invoke this function in </a:t>
                      </a:r>
                      <a:r>
                        <a:rPr lang="en-US" altLang="zh-CN" sz="1700" kern="1200" dirty="0" err="1">
                          <a:solidFill>
                            <a:schemeClr val="tx1"/>
                          </a:solidFill>
                          <a:latin typeface="微软雅黑" panose="020B0503020204020204" pitchFamily="34" charset="-122"/>
                          <a:ea typeface="微软雅黑" panose="020B0503020204020204" pitchFamily="34" charset="-122"/>
                          <a:cs typeface="+mn-cs"/>
                        </a:rPr>
                        <a:t>JavaServer</a:t>
                      </a:r>
                      <a:r>
                        <a:rPr lang="en-US" altLang="zh-CN" sz="1700" kern="1200" dirty="0">
                          <a:solidFill>
                            <a:schemeClr val="tx1"/>
                          </a:solidFill>
                          <a:latin typeface="微软雅黑" panose="020B0503020204020204" pitchFamily="34" charset="-122"/>
                          <a:ea typeface="微软雅黑" panose="020B0503020204020204" pitchFamily="34" charset="-122"/>
                          <a:cs typeface="+mn-cs"/>
                        </a:rPr>
                        <a:t> Pages to check for invalid characters.</a:t>
                      </a:r>
                    </a:p>
                  </a:txBody>
                  <a:tcPr marL="93315" marR="93315" marT="46657" marB="46657">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869111">
                <a:tc>
                  <a:txBody>
                    <a:bodyPr/>
                    <a:lstStyle/>
                    <a:p>
                      <a:pPr algn="ctr" fontAlgn="ctr"/>
                      <a:r>
                        <a:rPr lang="en-US" altLang="zh-CN" sz="1700" dirty="0" err="1">
                          <a:solidFill>
                            <a:schemeClr val="tx1"/>
                          </a:solidFill>
                          <a:latin typeface="微软雅黑" panose="020B0503020204020204" pitchFamily="34" charset="-122"/>
                          <a:ea typeface="微软雅黑" panose="020B0503020204020204" pitchFamily="34" charset="-122"/>
                        </a:rPr>
                        <a:t>DDoS</a:t>
                      </a:r>
                      <a:endParaRPr lang="en-US" altLang="zh-CN" sz="1700" dirty="0">
                        <a:solidFill>
                          <a:schemeClr val="tx1"/>
                        </a:solidFill>
                        <a:latin typeface="微软雅黑" panose="020B0503020204020204" pitchFamily="34" charset="-122"/>
                        <a:ea typeface="微软雅黑" panose="020B0503020204020204" pitchFamily="34" charset="-122"/>
                      </a:endParaRPr>
                    </a:p>
                  </a:txBody>
                  <a:tcPr marL="93315" marR="93315" marT="46657" marB="46657"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Source authentication</a:t>
                      </a:r>
                    </a:p>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Fingerprint learning</a:t>
                      </a:r>
                    </a:p>
                    <a:p>
                      <a:pPr marL="342900" indent="-342900" fontAlgn="ctr">
                        <a:buFont typeface="+mj-lt"/>
                        <a:buAutoNum type="arabicPeriod"/>
                      </a:pPr>
                      <a:r>
                        <a:rPr lang="en-US" altLang="zh-CN" sz="1700" dirty="0">
                          <a:solidFill>
                            <a:schemeClr val="tx1"/>
                          </a:solidFill>
                          <a:latin typeface="微软雅黑" panose="020B0503020204020204" pitchFamily="34" charset="-122"/>
                          <a:ea typeface="微软雅黑" panose="020B0503020204020204" pitchFamily="34" charset="-122"/>
                        </a:rPr>
                        <a:t>Domain name redirection </a:t>
                      </a:r>
                    </a:p>
                  </a:txBody>
                  <a:tcPr marL="93315" marR="93315" marT="46657" marB="46657">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93791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129715860"/>
          <p:cNvSpPr>
            <a:spLocks noGrp="1"/>
          </p:cNvSpPr>
          <p:nvPr>
            <p:ph type="body" sz="quarter" idx="10"/>
          </p:nvPr>
        </p:nvSpPr>
        <p:spPr/>
        <p:txBody>
          <a:bodyPr wrap="square">
            <a:noAutofit/>
          </a:bodyPr>
          <a:lstStyle/>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Overview</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Common Server Software</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Security Threats</a:t>
            </a:r>
          </a:p>
          <a:p>
            <a:pPr fontAlgn="ctr"/>
            <a:r>
              <a:rPr lang="en-US" altLang="zh-CN" b="1" dirty="0">
                <a:latin typeface="微软雅黑" panose="020B0503020204020204" pitchFamily="34" charset="-122"/>
                <a:ea typeface="微软雅黑" panose="020B0503020204020204" pitchFamily="34" charset="-122"/>
              </a:rPr>
              <a:t>Vulnerabilities and Patches</a:t>
            </a:r>
          </a:p>
          <a:p>
            <a:pPr lvl="1" indent="-346075" fontAlgn="ctr">
              <a:buSzPct val="60000"/>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Overview of Vulnerabilities and Patches</a:t>
            </a:r>
          </a:p>
          <a:p>
            <a:pPr lvl="1" indent="-346075"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Typical Vulnerability Attack Cases</a:t>
            </a:r>
          </a:p>
          <a:p>
            <a:pPr lvl="1" fontAlgn="ctr"/>
            <a:endParaRPr lang="en-US" altLang="zh-CN" dirty="0">
              <a:latin typeface="微软雅黑" panose="020B0503020204020204" pitchFamily="34" charset="-122"/>
              <a:ea typeface="微软雅黑" panose="020B0503020204020204" pitchFamily="34" charset="-122"/>
            </a:endParaRPr>
          </a:p>
          <a:p>
            <a:pPr lvl="1" fontAlgn="ct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5590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683561643"/>
          <p:cNvSpPr>
            <a:spLocks noGrp="1"/>
          </p:cNvSpPr>
          <p:nvPr>
            <p:ph type="title"/>
          </p:nvPr>
        </p:nvSpPr>
        <p:spPr/>
        <p:txBody>
          <a:bodyPr/>
          <a:lstStyle/>
          <a:p>
            <a:r>
              <a:rPr lang="en-US" altLang="zh-CN"/>
              <a:t>Definition of Vulnerability</a:t>
            </a:r>
            <a:endParaRPr lang="en-US" altLang="zh-CN" dirty="0"/>
          </a:p>
        </p:txBody>
      </p:sp>
      <p:sp>
        <p:nvSpPr>
          <p:cNvPr id="4" name="232494567"/>
          <p:cNvSpPr>
            <a:spLocks noGrp="1"/>
          </p:cNvSpPr>
          <p:nvPr>
            <p:ph type="body" sz="quarter" idx="10"/>
          </p:nvPr>
        </p:nvSpPr>
        <p:spPr/>
        <p:txBody>
          <a:bodyPr/>
          <a:lstStyle/>
          <a:p>
            <a:r>
              <a:rPr lang="en-US" altLang="zh-CN"/>
              <a:t>A vulnerability is a defect or weakness in the hardware, software, or protocols of computer systems or in system security policies.</a:t>
            </a:r>
          </a:p>
          <a:p>
            <a:r>
              <a:rPr lang="en-US" altLang="zh-CN"/>
              <a:t>In 1990, Dennis Longley and Michael Shain defined vulnerability as follows in The Data and Computer Security Dictionary of Standard, concepts, and Terms:</a:t>
            </a:r>
          </a:p>
          <a:p>
            <a:pPr lvl="1"/>
            <a:r>
              <a:rPr lang="en-US" altLang="zh-CN"/>
              <a:t>In computer security, a weakness in automated system security procedures, administrative controls, internal controls, etc. that could be exploited by a threat to gain unauthorized access to information or to disrupt critical processing. </a:t>
            </a:r>
            <a:endParaRPr lang="en-US" altLang="zh-CN" dirty="0"/>
          </a:p>
        </p:txBody>
      </p:sp>
    </p:spTree>
    <p:extLst>
      <p:ext uri="{BB962C8B-B14F-4D97-AF65-F5344CB8AC3E}">
        <p14:creationId xmlns:p14="http://schemas.microsoft.com/office/powerpoint/2010/main" val="548472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803530710"/>
          <p:cNvSpPr>
            <a:spLocks noGrp="1"/>
          </p:cNvSpPr>
          <p:nvPr>
            <p:ph type="title"/>
          </p:nvPr>
        </p:nvSpPr>
        <p:spPr/>
        <p:txBody>
          <a:bodyPr/>
          <a:lstStyle/>
          <a:p>
            <a:r>
              <a:rPr lang="en-US" altLang="zh-CN"/>
              <a:t>Vulnerability Hazards</a:t>
            </a:r>
            <a:endParaRPr lang="en-US" altLang="zh-CN" dirty="0"/>
          </a:p>
        </p:txBody>
      </p:sp>
      <p:graphicFrame>
        <p:nvGraphicFramePr>
          <p:cNvPr id="6" name="图示 5"/>
          <p:cNvGraphicFramePr/>
          <p:nvPr>
            <p:extLst>
              <p:ext uri="{D42A27DB-BD31-4B8C-83A1-F6EECF244321}">
                <p14:modId xmlns:p14="http://schemas.microsoft.com/office/powerpoint/2010/main" val="1353881291"/>
              </p:ext>
            </p:extLst>
          </p:nvPr>
        </p:nvGraphicFramePr>
        <p:xfrm>
          <a:off x="1631504" y="1126127"/>
          <a:ext cx="8737918" cy="5148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90581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332888740"/>
          <p:cNvSpPr>
            <a:spLocks noGrp="1"/>
          </p:cNvSpPr>
          <p:nvPr>
            <p:ph type="title"/>
          </p:nvPr>
        </p:nvSpPr>
        <p:spPr>
          <a:noFill/>
          <a:ln w="9525">
            <a:noFill/>
            <a:miter lim="800000"/>
            <a:headEnd/>
            <a:tailEnd/>
          </a:ln>
        </p:spPr>
        <p:txBody>
          <a:bodyPr vert="horz" wrap="square" lIns="80128" tIns="40064" rIns="80128" bIns="40064" numCol="1" anchor="ctr" anchorCtr="0" compatLnSpc="1">
            <a:prstTxWarp prst="textNoShape">
              <a:avLst/>
            </a:prstTxWarp>
            <a:noAutofit/>
          </a:bodyPr>
          <a:lstStyle/>
          <a:p>
            <a:pPr fontAlgn="ctr"/>
            <a:r>
              <a:rPr lang="en-US" altLang="zh-CN">
                <a:latin typeface="微软雅黑" panose="020B0503020204020204" pitchFamily="34" charset="-122"/>
                <a:ea typeface="微软雅黑" panose="020B0503020204020204" pitchFamily="34" charset="-122"/>
              </a:rPr>
              <a:t>Vulnerability Classification</a:t>
            </a:r>
            <a:endParaRPr lang="en-US" altLang="zh-CN" dirty="0">
              <a:latin typeface="微软雅黑" panose="020B0503020204020204" pitchFamily="34" charset="-122"/>
              <a:ea typeface="微软雅黑" panose="020B0503020204020204" pitchFamily="34" charset="-122"/>
            </a:endParaRPr>
          </a:p>
        </p:txBody>
      </p:sp>
      <p:sp>
        <p:nvSpPr>
          <p:cNvPr id="4" name="1779523950"/>
          <p:cNvSpPr>
            <a:spLocks noGrp="1"/>
          </p:cNvSpPr>
          <p:nvPr>
            <p:ph type="body" sz="quarter" idx="4294967295"/>
          </p:nvPr>
        </p:nvSpPr>
        <p:spPr>
          <a:xfrm>
            <a:off x="1631950" y="1244600"/>
            <a:ext cx="10560050" cy="4705350"/>
          </a:xfrm>
        </p:spPr>
        <p:txBody>
          <a:bodyPr wrap="square">
            <a:noAutofit/>
          </a:bodyPr>
          <a:lstStyle/>
          <a:p>
            <a:pPr fontAlgn="ctr">
              <a:lnSpc>
                <a:spcPct val="120000"/>
              </a:lnSpc>
            </a:pPr>
            <a:r>
              <a:rPr lang="en-US" altLang="zh-CN" sz="1800" dirty="0">
                <a:latin typeface="微软雅黑" panose="020B0503020204020204" pitchFamily="34" charset="-122"/>
                <a:ea typeface="微软雅黑" panose="020B0503020204020204" pitchFamily="34" charset="-122"/>
              </a:rPr>
              <a:t>By exploitation method: local and remote attack vulnerabilities</a:t>
            </a:r>
          </a:p>
          <a:p>
            <a:pPr fontAlgn="ctr">
              <a:lnSpc>
                <a:spcPct val="120000"/>
              </a:lnSpc>
            </a:pPr>
            <a:r>
              <a:rPr lang="en-US" altLang="zh-CN" sz="1800" dirty="0">
                <a:latin typeface="微软雅黑" panose="020B0503020204020204" pitchFamily="34" charset="-122"/>
                <a:ea typeface="微软雅黑" panose="020B0503020204020204" pitchFamily="34" charset="-122"/>
              </a:rPr>
              <a:t>By location:</a:t>
            </a: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a:p>
            <a:pPr fontAlgn="ctr">
              <a:lnSpc>
                <a:spcPct val="120000"/>
              </a:lnSpc>
            </a:pPr>
            <a:r>
              <a:rPr lang="en-US" altLang="zh-CN" sz="1800" dirty="0">
                <a:latin typeface="微软雅黑" panose="020B0503020204020204" pitchFamily="34" charset="-122"/>
                <a:ea typeface="微软雅黑" panose="020B0503020204020204" pitchFamily="34" charset="-122"/>
              </a:rPr>
              <a:t>System security threat vulnerabilities based on the potential threats to systems and possibility of being exploited:</a:t>
            </a:r>
          </a:p>
          <a:p>
            <a:pPr lvl="1"/>
            <a:r>
              <a:rPr lang="en-US" altLang="zh-CN" sz="1600" dirty="0">
                <a:latin typeface="微软雅黑" panose="020B0503020204020204" pitchFamily="34" charset="-122"/>
                <a:ea typeface="微软雅黑" panose="020B0503020204020204" pitchFamily="34" charset="-122"/>
              </a:rPr>
              <a:t>High-level vulnerabilities</a:t>
            </a:r>
          </a:p>
          <a:p>
            <a:pPr lvl="1"/>
            <a:r>
              <a:rPr lang="en-US" altLang="zh-CN" sz="1600" dirty="0">
                <a:latin typeface="微软雅黑" panose="020B0503020204020204" pitchFamily="34" charset="-122"/>
                <a:ea typeface="微软雅黑" panose="020B0503020204020204" pitchFamily="34" charset="-122"/>
              </a:rPr>
              <a:t>Medium-level vulnerabilities</a:t>
            </a:r>
          </a:p>
          <a:p>
            <a:pPr lvl="1"/>
            <a:r>
              <a:rPr lang="en-US" altLang="zh-CN" sz="1600" dirty="0">
                <a:latin typeface="微软雅黑" panose="020B0503020204020204" pitchFamily="34" charset="-122"/>
                <a:ea typeface="微软雅黑" panose="020B0503020204020204" pitchFamily="34" charset="-122"/>
              </a:rPr>
              <a:t>Low-level vulnerabilities</a:t>
            </a: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a:p>
            <a:pPr fontAlgn="ctr">
              <a:lnSpc>
                <a:spcPct val="120000"/>
              </a:lnSpc>
            </a:pPr>
            <a:endParaRPr lang="en-US" altLang="zh-CN" sz="1800" dirty="0">
              <a:latin typeface="微软雅黑" panose="020B0503020204020204" pitchFamily="34" charset="-122"/>
              <a:ea typeface="微软雅黑" panose="020B0503020204020204" pitchFamily="34" charset="-122"/>
            </a:endParaRPr>
          </a:p>
        </p:txBody>
      </p:sp>
      <p:sp>
        <p:nvSpPr>
          <p:cNvPr id="3" name="文本框 2"/>
          <p:cNvSpPr txBox="1"/>
          <p:nvPr/>
        </p:nvSpPr>
        <p:spPr bwMode="auto">
          <a:xfrm>
            <a:off x="4523197" y="2189598"/>
            <a:ext cx="3888432" cy="1529032"/>
          </a:xfrm>
          <a:prstGeom prst="rect">
            <a:avLst/>
          </a:prstGeom>
          <a:noFill/>
          <a:ln w="9525">
            <a:noFill/>
            <a:miter lim="800000"/>
            <a:headEnd/>
            <a:tailEnd/>
          </a:ln>
        </p:spPr>
        <p:txBody>
          <a:bodyPr wrap="square" lIns="99980" tIns="49986" rIns="99980" bIns="49986" rtlCol="0">
            <a:spAutoFit/>
          </a:bodyPr>
          <a:lstStyle/>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Hardware</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Communication protocol</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Password recovery</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Other types</a:t>
            </a:r>
          </a:p>
          <a:p>
            <a:pPr algn="ctr" defTabSz="1001649" eaLnBrk="0" hangingPunct="0"/>
            <a:endParaRPr lang="zh-CN" altLang="en-US" sz="160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6" name="文本框 5"/>
          <p:cNvSpPr txBox="1"/>
          <p:nvPr/>
        </p:nvSpPr>
        <p:spPr bwMode="auto">
          <a:xfrm>
            <a:off x="1343472" y="2187306"/>
            <a:ext cx="2844316" cy="1529032"/>
          </a:xfrm>
          <a:prstGeom prst="rect">
            <a:avLst/>
          </a:prstGeom>
          <a:noFill/>
          <a:ln w="9525">
            <a:noFill/>
            <a:miter lim="800000"/>
            <a:headEnd/>
            <a:tailEnd/>
          </a:ln>
        </p:spPr>
        <p:txBody>
          <a:bodyPr wrap="square" lIns="99980" tIns="49986" rIns="99980" bIns="49986" rtlCol="0">
            <a:spAutoFit/>
          </a:bodyPr>
          <a:lstStyle/>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Operating system</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Network protocol stack</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Non-server program</a:t>
            </a:r>
          </a:p>
          <a:p>
            <a:pPr marL="285750" indent="-285750" fontAlgn="ctr">
              <a:lnSpc>
                <a:spcPct val="120000"/>
              </a:lnSpc>
              <a:buSzPct val="50000"/>
              <a:buFont typeface="Wingdings" panose="05000000000000000000" pitchFamily="2" charset="2"/>
              <a:buChar char="p"/>
            </a:pPr>
            <a:r>
              <a:rPr lang="en-US" altLang="zh-CN" sz="1600" dirty="0">
                <a:latin typeface="微软雅黑" panose="020B0503020204020204" pitchFamily="34" charset="-122"/>
                <a:ea typeface="微软雅黑" panose="020B0503020204020204" pitchFamily="34" charset="-122"/>
              </a:rPr>
              <a:t>Server program</a:t>
            </a:r>
          </a:p>
          <a:p>
            <a:pPr algn="ctr" defTabSz="1001649" eaLnBrk="0" hangingPunct="0"/>
            <a:endParaRPr lang="zh-CN" altLang="en-US" sz="1600" dirty="0">
              <a:solidFill>
                <a:srgbClr val="000000"/>
              </a:solidFill>
              <a:latin typeface="微软雅黑" panose="020B0503020204020204" pitchFamily="34" charset="-122"/>
              <a:ea typeface="微软雅黑" panose="020B0503020204020204" pitchFamily="34" charset="-122"/>
              <a:cs typeface="Arial" pitchFamily="34" charset="0"/>
            </a:endParaRPr>
          </a:p>
        </p:txBody>
      </p:sp>
    </p:spTree>
    <p:extLst>
      <p:ext uri="{BB962C8B-B14F-4D97-AF65-F5344CB8AC3E}">
        <p14:creationId xmlns:p14="http://schemas.microsoft.com/office/powerpoint/2010/main" val="191416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65503155"/>
          <p:cNvSpPr>
            <a:spLocks noGrp="1"/>
          </p:cNvSpPr>
          <p:nvPr>
            <p:ph type="title"/>
          </p:nvPr>
        </p:nvSpPr>
        <p:spPr/>
        <p:txBody>
          <a:bodyPr/>
          <a:lstStyle/>
          <a:p>
            <a:r>
              <a:rPr lang="en-US" altLang="zh-CN"/>
              <a:t>Causes of System Vulnerabilities</a:t>
            </a:r>
            <a:endParaRPr lang="en-US" altLang="zh-CN" dirty="0"/>
          </a:p>
        </p:txBody>
      </p:sp>
      <p:sp>
        <p:nvSpPr>
          <p:cNvPr id="3" name="673167533"/>
          <p:cNvSpPr>
            <a:spLocks noGrp="1"/>
          </p:cNvSpPr>
          <p:nvPr>
            <p:ph type="body" sz="quarter" idx="10"/>
          </p:nvPr>
        </p:nvSpPr>
        <p:spPr/>
        <p:txBody>
          <a:bodyPr/>
          <a:lstStyle/>
          <a:p>
            <a:r>
              <a:rPr lang="en-US" altLang="zh-CN"/>
              <a:t>Defects in software or protocol design</a:t>
            </a:r>
          </a:p>
          <a:p>
            <a:r>
              <a:rPr lang="en-US" altLang="zh-CN"/>
              <a:t>Bugs in software compilation</a:t>
            </a:r>
          </a:p>
          <a:p>
            <a:r>
              <a:rPr lang="en-US" altLang="zh-CN"/>
              <a:t>Improper system configuration</a:t>
            </a:r>
          </a:p>
          <a:p>
            <a:r>
              <a:rPr lang="en-US" altLang="zh-CN"/>
              <a:t>Limited security awareness</a:t>
            </a:r>
          </a:p>
          <a:p>
            <a:endParaRPr lang="en-US" altLang="zh-CN"/>
          </a:p>
          <a:p>
            <a:endParaRPr lang="en-US" altLang="zh-CN" dirty="0"/>
          </a:p>
        </p:txBody>
      </p:sp>
      <p:pic>
        <p:nvPicPr>
          <p:cNvPr id="2050" name="Picture 2" descr="https://timgsa.baidu.com/timg?image&amp;quality=80&amp;size=b9999_10000&amp;sec=1523599871458&amp;di=6be8dd58cdc37dd1820b74dce38558a2&amp;imgtype=0&amp;src=http%3A%2F%2Fimgsrc.baidu.com%2Fimgad%2Fpic%2Fitem%2Fc2fdfc039245d68830b6676eaec27d1ed31b2440.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8444"/>
          <a:stretch/>
        </p:blipFill>
        <p:spPr bwMode="auto">
          <a:xfrm>
            <a:off x="6852084" y="2408120"/>
            <a:ext cx="3960440" cy="3626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7998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960753659"/>
          <p:cNvSpPr>
            <a:spLocks noGrp="1"/>
          </p:cNvSpPr>
          <p:nvPr>
            <p:ph type="title"/>
          </p:nvPr>
        </p:nvSpPr>
        <p:spPr/>
        <p:txBody>
          <a:bodyPr/>
          <a:lstStyle/>
          <a:p>
            <a:r>
              <a:rPr lang="en-US" altLang="zh-CN"/>
              <a:t>Vulnerability Scanning</a:t>
            </a:r>
            <a:endParaRPr lang="en-US" altLang="zh-CN" dirty="0"/>
          </a:p>
        </p:txBody>
      </p:sp>
      <p:sp>
        <p:nvSpPr>
          <p:cNvPr id="8" name="右箭头 7"/>
          <p:cNvSpPr/>
          <p:nvPr/>
        </p:nvSpPr>
        <p:spPr bwMode="auto">
          <a:xfrm rot="20115752">
            <a:off x="2339507" y="1967985"/>
            <a:ext cx="8272693" cy="3496706"/>
          </a:xfrm>
          <a:prstGeom prst="rightArrow">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9" name="778276792"/>
          <p:cNvSpPr/>
          <p:nvPr/>
        </p:nvSpPr>
        <p:spPr bwMode="auto">
          <a:xfrm>
            <a:off x="2927648" y="4437112"/>
            <a:ext cx="1980220" cy="1008112"/>
          </a:xfrm>
          <a:prstGeom prst="roundRect">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lnSpc>
                <a:spcPct val="90000"/>
              </a:lnSpc>
            </a:pPr>
            <a:r>
              <a:rPr lang="en-US" altLang="zh-CN" sz="1800" dirty="0">
                <a:solidFill>
                  <a:schemeClr val="bg1"/>
                </a:solidFill>
                <a:latin typeface="微软雅黑" panose="020B0503020204020204" pitchFamily="34" charset="-122"/>
                <a:ea typeface="微软雅黑" panose="020B0503020204020204" pitchFamily="34" charset="-122"/>
              </a:rPr>
              <a:t>Locate the target host or network.</a:t>
            </a:r>
          </a:p>
        </p:txBody>
      </p:sp>
      <p:sp>
        <p:nvSpPr>
          <p:cNvPr id="10" name="1446995397"/>
          <p:cNvSpPr/>
          <p:nvPr/>
        </p:nvSpPr>
        <p:spPr bwMode="auto">
          <a:xfrm>
            <a:off x="4619836" y="3114309"/>
            <a:ext cx="1980220" cy="1008112"/>
          </a:xfrm>
          <a:prstGeom prst="roundRect">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lnSpc>
                <a:spcPct val="90000"/>
              </a:lnSpc>
            </a:pPr>
            <a:r>
              <a:rPr lang="en-US" altLang="zh-CN" sz="1800" dirty="0">
                <a:solidFill>
                  <a:schemeClr val="bg1"/>
                </a:solidFill>
                <a:latin typeface="微软雅黑" panose="020B0503020204020204" pitchFamily="34" charset="-122"/>
                <a:ea typeface="微软雅黑" panose="020B0503020204020204" pitchFamily="34" charset="-122"/>
              </a:rPr>
              <a:t>Collect further target information.</a:t>
            </a:r>
          </a:p>
        </p:txBody>
      </p:sp>
      <p:sp>
        <p:nvSpPr>
          <p:cNvPr id="11" name="2064218454"/>
          <p:cNvSpPr/>
          <p:nvPr/>
        </p:nvSpPr>
        <p:spPr bwMode="auto">
          <a:xfrm>
            <a:off x="6059996" y="1718935"/>
            <a:ext cx="2340260" cy="1102265"/>
          </a:xfrm>
          <a:prstGeom prst="roundRect">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lnSpc>
                <a:spcPct val="90000"/>
              </a:lnSpc>
            </a:pPr>
            <a:r>
              <a:rPr lang="en-US" altLang="zh-CN" sz="1800" dirty="0">
                <a:solidFill>
                  <a:schemeClr val="bg1"/>
                </a:solidFill>
                <a:latin typeface="微软雅黑" panose="020B0503020204020204" pitchFamily="34" charset="-122"/>
                <a:ea typeface="微软雅黑" panose="020B0503020204020204" pitchFamily="34" charset="-122"/>
              </a:rPr>
              <a:t>Check for security vulnerabilities in the system.</a:t>
            </a:r>
          </a:p>
        </p:txBody>
      </p:sp>
      <p:cxnSp>
        <p:nvCxnSpPr>
          <p:cNvPr id="13" name="肘形连接符 12"/>
          <p:cNvCxnSpPr>
            <a:stCxn id="9" idx="2"/>
          </p:cNvCxnSpPr>
          <p:nvPr/>
        </p:nvCxnSpPr>
        <p:spPr bwMode="auto">
          <a:xfrm rot="16200000" flipH="1">
            <a:off x="4637838" y="4725144"/>
            <a:ext cx="252028" cy="1692188"/>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sp>
        <p:nvSpPr>
          <p:cNvPr id="14" name="1933887111"/>
          <p:cNvSpPr txBox="1"/>
          <p:nvPr/>
        </p:nvSpPr>
        <p:spPr bwMode="auto">
          <a:xfrm>
            <a:off x="3860674" y="5759916"/>
            <a:ext cx="1749273" cy="408725"/>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2000" dirty="0">
                <a:solidFill>
                  <a:srgbClr val="000000"/>
                </a:solidFill>
                <a:latin typeface="微软雅黑" panose="020B0503020204020204" pitchFamily="34" charset="-122"/>
                <a:ea typeface="微软雅黑" panose="020B0503020204020204" pitchFamily="34" charset="-122"/>
                <a:cs typeface="Arial" pitchFamily="34" charset="0"/>
              </a:rPr>
              <a:t>Ping sweep</a:t>
            </a:r>
          </a:p>
        </p:txBody>
      </p:sp>
      <p:sp>
        <p:nvSpPr>
          <p:cNvPr id="15" name="1101818065"/>
          <p:cNvSpPr txBox="1"/>
          <p:nvPr/>
        </p:nvSpPr>
        <p:spPr bwMode="auto">
          <a:xfrm>
            <a:off x="5195901" y="4437113"/>
            <a:ext cx="3690009" cy="716501"/>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2000" dirty="0">
                <a:solidFill>
                  <a:srgbClr val="000000"/>
                </a:solidFill>
                <a:latin typeface="微软雅黑" panose="020B0503020204020204" pitchFamily="34" charset="-122"/>
                <a:ea typeface="微软雅黑" panose="020B0503020204020204" pitchFamily="34" charset="-122"/>
                <a:cs typeface="Arial" pitchFamily="34" charset="0"/>
              </a:rPr>
              <a:t>Operating system detection and port scanning</a:t>
            </a:r>
          </a:p>
        </p:txBody>
      </p:sp>
      <p:cxnSp>
        <p:nvCxnSpPr>
          <p:cNvPr id="18" name="肘形连接符 17"/>
          <p:cNvCxnSpPr>
            <a:stCxn id="10" idx="2"/>
          </p:cNvCxnSpPr>
          <p:nvPr/>
        </p:nvCxnSpPr>
        <p:spPr bwMode="auto">
          <a:xfrm rot="16200000" flipH="1">
            <a:off x="6334175" y="3398193"/>
            <a:ext cx="283359" cy="1731814"/>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肘形连接符 19"/>
          <p:cNvCxnSpPr>
            <a:stCxn id="11" idx="2"/>
          </p:cNvCxnSpPr>
          <p:nvPr/>
        </p:nvCxnSpPr>
        <p:spPr bwMode="auto">
          <a:xfrm rot="16200000" flipH="1">
            <a:off x="7929251" y="2122074"/>
            <a:ext cx="261778" cy="1660028"/>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sp>
        <p:nvSpPr>
          <p:cNvPr id="22" name="612652999"/>
          <p:cNvSpPr txBox="1"/>
          <p:nvPr/>
        </p:nvSpPr>
        <p:spPr bwMode="auto">
          <a:xfrm>
            <a:off x="6780076" y="3119444"/>
            <a:ext cx="2537872" cy="408725"/>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2000" dirty="0">
                <a:solidFill>
                  <a:srgbClr val="000000"/>
                </a:solidFill>
                <a:latin typeface="微软雅黑" panose="020B0503020204020204" pitchFamily="34" charset="-122"/>
                <a:ea typeface="微软雅黑" panose="020B0503020204020204" pitchFamily="34" charset="-122"/>
                <a:cs typeface="Arial" pitchFamily="34" charset="0"/>
              </a:rPr>
              <a:t>Vulnerability scanning</a:t>
            </a:r>
          </a:p>
        </p:txBody>
      </p:sp>
    </p:spTree>
    <p:extLst>
      <p:ext uri="{BB962C8B-B14F-4D97-AF65-F5344CB8AC3E}">
        <p14:creationId xmlns:p14="http://schemas.microsoft.com/office/powerpoint/2010/main" val="2072386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113910703"/>
          <p:cNvSpPr>
            <a:spLocks noGrp="1"/>
          </p:cNvSpPr>
          <p:nvPr>
            <p:ph type="title"/>
          </p:nvPr>
        </p:nvSpPr>
        <p:spPr/>
        <p:txBody>
          <a:bodyPr/>
          <a:lstStyle/>
          <a:p>
            <a:r>
              <a:rPr lang="en-US" altLang="zh-CN"/>
              <a:t>Common Scanning Methods</a:t>
            </a:r>
            <a:endParaRPr lang="en-US" altLang="zh-CN" dirty="0"/>
          </a:p>
        </p:txBody>
      </p:sp>
      <p:sp>
        <p:nvSpPr>
          <p:cNvPr id="4" name="243512752"/>
          <p:cNvSpPr>
            <a:spLocks noGrp="1"/>
          </p:cNvSpPr>
          <p:nvPr>
            <p:ph type="body" sz="quarter" idx="10"/>
          </p:nvPr>
        </p:nvSpPr>
        <p:spPr/>
        <p:txBody>
          <a:bodyPr/>
          <a:lstStyle/>
          <a:p>
            <a:r>
              <a:rPr lang="en-US" altLang="zh-CN" dirty="0"/>
              <a:t>Port scanning</a:t>
            </a:r>
          </a:p>
          <a:p>
            <a:pPr lvl="1"/>
            <a:r>
              <a:rPr lang="en-US" altLang="zh-CN" dirty="0"/>
              <a:t>Full connection scanning</a:t>
            </a:r>
          </a:p>
          <a:p>
            <a:pPr lvl="1"/>
            <a:r>
              <a:rPr lang="en-US" altLang="zh-CN" dirty="0"/>
              <a:t>SYN scanning</a:t>
            </a:r>
          </a:p>
          <a:p>
            <a:pPr lvl="1"/>
            <a:r>
              <a:rPr lang="en-US" altLang="zh-CN" dirty="0"/>
              <a:t>Stealth scanning</a:t>
            </a:r>
          </a:p>
          <a:p>
            <a:r>
              <a:rPr lang="en-US" altLang="zh-CN" dirty="0"/>
              <a:t>System vulnerability scanning</a:t>
            </a:r>
          </a:p>
          <a:p>
            <a:pPr lvl="1"/>
            <a:r>
              <a:rPr lang="en-US" altLang="zh-CN" dirty="0"/>
              <a:t>Passive scanning</a:t>
            </a:r>
          </a:p>
          <a:p>
            <a:pPr lvl="1"/>
            <a:r>
              <a:rPr lang="en-US" altLang="zh-CN" dirty="0"/>
              <a:t>Active scanning</a:t>
            </a:r>
          </a:p>
        </p:txBody>
      </p:sp>
      <p:pic>
        <p:nvPicPr>
          <p:cNvPr id="4102" name="Picture 6" descr="https://timgsa.baidu.com/timg?image&amp;quality=80&amp;size=b9999_10000&amp;sec=1523621329786&amp;di=cf7d03c15ca2b7325ff7496572e7feb0&amp;imgtype=0&amp;src=http%3A%2F%2Fimg.taopic.com%2Fuploads%2Fallimg%2F120211%2F6380-1202112003579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8049" y="2780929"/>
            <a:ext cx="4500499" cy="3375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4212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686914736"/>
          <p:cNvSpPr>
            <a:spLocks noGrp="1"/>
          </p:cNvSpPr>
          <p:nvPr>
            <p:ph type="title"/>
          </p:nvPr>
        </p:nvSpPr>
        <p:spPr>
          <a:noFill/>
          <a:ln w="9525">
            <a:noFill/>
            <a:miter lim="800000"/>
            <a:headEnd/>
            <a:tailEnd/>
          </a:ln>
        </p:spPr>
        <p:txBody>
          <a:bodyPr vert="horz" wrap="square" lIns="80128" tIns="40064" rIns="80128" bIns="40064" numCol="1" anchor="ctr" anchorCtr="0" compatLnSpc="1">
            <a:prstTxWarp prst="textNoShape">
              <a:avLst/>
            </a:prstTxWarp>
            <a:noAutofit/>
          </a:bodyPr>
          <a:lstStyle/>
          <a:p>
            <a:pPr fontAlgn="ctr"/>
            <a:r>
              <a:rPr lang="en-US" altLang="zh-CN" dirty="0"/>
              <a:t>Definition of Patch</a:t>
            </a:r>
          </a:p>
        </p:txBody>
      </p:sp>
      <p:sp>
        <p:nvSpPr>
          <p:cNvPr id="3" name="1502673500"/>
          <p:cNvSpPr>
            <a:spLocks noGrp="1"/>
          </p:cNvSpPr>
          <p:nvPr>
            <p:ph type="body" sz="quarter" idx="10"/>
          </p:nvPr>
        </p:nvSpPr>
        <p:spPr>
          <a:xfrm>
            <a:off x="912286" y="5049180"/>
            <a:ext cx="10560049" cy="1115392"/>
          </a:xfrm>
        </p:spPr>
        <p:txBody>
          <a:bodyPr wrap="square">
            <a:noAutofit/>
          </a:bodyPr>
          <a:lstStyle/>
          <a:p>
            <a:pPr fontAlgn="ctr">
              <a:lnSpc>
                <a:spcPct val="120000"/>
              </a:lnSpc>
            </a:pPr>
            <a:r>
              <a:rPr lang="en-US" altLang="zh-CN" sz="1800" dirty="0">
                <a:latin typeface="微软雅黑" panose="020B0503020204020204" pitchFamily="34" charset="-122"/>
                <a:ea typeface="微软雅黑" panose="020B0503020204020204" pitchFamily="34" charset="-122"/>
              </a:rPr>
              <a:t>Issues with operating systems are often discovered by hackers or virus designers, or generated during the use of a system. Developers collect these errors and develop a patch. A patch is a set of changes designed to update a program and fix security vulnerabilities.</a:t>
            </a:r>
          </a:p>
        </p:txBody>
      </p:sp>
      <p:grpSp>
        <p:nvGrpSpPr>
          <p:cNvPr id="4" name="组合 3"/>
          <p:cNvGrpSpPr/>
          <p:nvPr/>
        </p:nvGrpSpPr>
        <p:grpSpPr>
          <a:xfrm>
            <a:off x="1622175" y="1664804"/>
            <a:ext cx="8947649" cy="3039514"/>
            <a:chOff x="2426774" y="1412776"/>
            <a:chExt cx="7704857" cy="2551077"/>
          </a:xfrm>
        </p:grpSpPr>
        <p:sp>
          <p:nvSpPr>
            <p:cNvPr id="6" name="812541537"/>
            <p:cNvSpPr/>
            <p:nvPr/>
          </p:nvSpPr>
          <p:spPr bwMode="auto">
            <a:xfrm rot="5400000">
              <a:off x="5965669" y="-1231749"/>
              <a:ext cx="612068" cy="5976664"/>
            </a:xfrm>
            <a:prstGeom prst="wedgeRoundRectCallout">
              <a:avLst>
                <a:gd name="adj1" fmla="val -13237"/>
                <a:gd name="adj2" fmla="val 52646"/>
                <a:gd name="adj3" fmla="val 16667"/>
              </a:avLst>
            </a:prstGeom>
            <a:noFill/>
            <a:ln w="9525" cap="flat" cmpd="sng" algn="ctr">
              <a:solidFill>
                <a:schemeClr val="tx1"/>
              </a:solidFill>
              <a:prstDash val="solid"/>
              <a:round/>
              <a:headEnd type="none" w="med" len="med"/>
              <a:tailEnd type="none" w="med" len="med"/>
            </a:ln>
            <a:effectLst/>
          </p:spPr>
          <p:txBody>
            <a:bodyPr vert="vert270" wrap="square" lIns="91440" tIns="45720" rIns="91440" bIns="45720" numCol="1" rtlCol="0" anchor="ctr" anchorCtr="0" compatLnSpc="1">
              <a:prstTxWarp prst="textNoShape">
                <a:avLst/>
              </a:prstTxWarp>
              <a:noAutofit/>
            </a:bodyPr>
            <a:lstStyle/>
            <a:p>
              <a:pPr fontAlgn="ctr"/>
              <a:r>
                <a:rPr lang="en-US" altLang="zh-CN" sz="1600" dirty="0">
                  <a:latin typeface="微软雅黑" panose="020B0503020204020204" pitchFamily="34" charset="-122"/>
                  <a:ea typeface="微软雅黑" panose="020B0503020204020204" pitchFamily="34" charset="-122"/>
                </a:rPr>
                <a:t>Now I know how to scan vulnerabilities. But how can I harden my host if vulnerabilities are found?</a:t>
              </a:r>
            </a:p>
          </p:txBody>
        </p:sp>
        <p:sp>
          <p:nvSpPr>
            <p:cNvPr id="11" name="1380110985"/>
            <p:cNvSpPr/>
            <p:nvPr/>
          </p:nvSpPr>
          <p:spPr bwMode="auto">
            <a:xfrm rot="5400000" flipV="1">
              <a:off x="5965669" y="-281131"/>
              <a:ext cx="612068" cy="5976664"/>
            </a:xfrm>
            <a:prstGeom prst="wedgeRoundRectCallout">
              <a:avLst>
                <a:gd name="adj1" fmla="val -13237"/>
                <a:gd name="adj2" fmla="val 52646"/>
                <a:gd name="adj3" fmla="val 16667"/>
              </a:avLst>
            </a:prstGeom>
            <a:noFill/>
            <a:ln w="9525" cap="flat" cmpd="sng" algn="ctr">
              <a:solidFill>
                <a:schemeClr val="tx1"/>
              </a:solidFill>
              <a:prstDash val="solid"/>
              <a:round/>
              <a:headEnd type="none" w="med" len="med"/>
              <a:tailEnd type="none" w="med" len="med"/>
            </a:ln>
            <a:effectLst/>
          </p:spPr>
          <p:txBody>
            <a:bodyPr vert="vert" wrap="square" lIns="91440" tIns="45720" rIns="91440" bIns="45720" numCol="1" rtlCol="0" anchor="ctr" anchorCtr="0" compatLnSpc="1">
              <a:prstTxWarp prst="textNoShape">
                <a:avLst/>
              </a:prstTxWarp>
              <a:noAutofit/>
            </a:bodyPr>
            <a:lstStyle/>
            <a:p>
              <a:pPr fontAlgn="ctr"/>
              <a:r>
                <a:rPr lang="en-US" altLang="zh-CN" sz="1600" dirty="0">
                  <a:latin typeface="微软雅黑" panose="020B0503020204020204" pitchFamily="34" charset="-122"/>
                  <a:ea typeface="微软雅黑" panose="020B0503020204020204" pitchFamily="34" charset="-122"/>
                </a:rPr>
                <a:t>It's very simple. If your clothes have a hole, what should you do?</a:t>
              </a:r>
            </a:p>
          </p:txBody>
        </p:sp>
        <p:sp>
          <p:nvSpPr>
            <p:cNvPr id="16" name="1616442799"/>
            <p:cNvSpPr/>
            <p:nvPr/>
          </p:nvSpPr>
          <p:spPr bwMode="auto">
            <a:xfrm rot="5400000">
              <a:off x="5965669" y="669486"/>
              <a:ext cx="612068" cy="5976664"/>
            </a:xfrm>
            <a:prstGeom prst="wedgeRoundRectCallout">
              <a:avLst>
                <a:gd name="adj1" fmla="val -13237"/>
                <a:gd name="adj2" fmla="val 52646"/>
                <a:gd name="adj3" fmla="val 16667"/>
              </a:avLst>
            </a:prstGeom>
            <a:noFill/>
            <a:ln w="9525" cap="flat" cmpd="sng" algn="ctr">
              <a:solidFill>
                <a:schemeClr val="tx1"/>
              </a:solidFill>
              <a:prstDash val="solid"/>
              <a:round/>
              <a:headEnd type="none" w="med" len="med"/>
              <a:tailEnd type="none" w="med" len="med"/>
            </a:ln>
            <a:effectLst/>
          </p:spPr>
          <p:txBody>
            <a:bodyPr vert="vert270" wrap="square" lIns="91440" tIns="45720" rIns="91440" bIns="45720" numCol="1" rtlCol="0" anchor="ctr" anchorCtr="0" compatLnSpc="1">
              <a:prstTxWarp prst="textNoShape">
                <a:avLst/>
              </a:prstTxWarp>
              <a:noAutofit/>
            </a:bodyPr>
            <a:lstStyle/>
            <a:p>
              <a:pPr fontAlgn="ctr"/>
              <a:r>
                <a:rPr lang="en-US" altLang="zh-CN" sz="1600" dirty="0">
                  <a:latin typeface="微软雅黑" panose="020B0503020204020204" pitchFamily="34" charset="-122"/>
                  <a:ea typeface="微软雅黑" panose="020B0503020204020204" pitchFamily="34" charset="-122"/>
                </a:rPr>
                <a:t>Well, I will patch them. Oh, got it. If my computer has a vulnerability, I can use a patch to fix it.</a:t>
              </a:r>
            </a:p>
          </p:txBody>
        </p:sp>
        <p:pic>
          <p:nvPicPr>
            <p:cNvPr id="19" name="图片 18"/>
            <p:cNvPicPr>
              <a:picLocks noChangeAspect="1"/>
            </p:cNvPicPr>
            <p:nvPr/>
          </p:nvPicPr>
          <p:blipFill>
            <a:blip r:embed="rId3"/>
            <a:stretch>
              <a:fillRect/>
            </a:stretch>
          </p:blipFill>
          <p:spPr>
            <a:xfrm>
              <a:off x="2426774" y="1412776"/>
              <a:ext cx="607504" cy="687614"/>
            </a:xfrm>
            <a:prstGeom prst="rect">
              <a:avLst/>
            </a:prstGeom>
          </p:spPr>
        </p:pic>
        <p:pic>
          <p:nvPicPr>
            <p:cNvPr id="20" name="图片 19"/>
            <p:cNvPicPr>
              <a:picLocks noChangeAspect="1"/>
            </p:cNvPicPr>
            <p:nvPr/>
          </p:nvPicPr>
          <p:blipFill>
            <a:blip r:embed="rId4"/>
            <a:stretch>
              <a:fillRect/>
            </a:stretch>
          </p:blipFill>
          <p:spPr>
            <a:xfrm>
              <a:off x="9482952" y="2340148"/>
              <a:ext cx="648679" cy="687600"/>
            </a:xfrm>
            <a:prstGeom prst="rect">
              <a:avLst/>
            </a:prstGeom>
          </p:spPr>
        </p:pic>
        <p:pic>
          <p:nvPicPr>
            <p:cNvPr id="21" name="图片 20"/>
            <p:cNvPicPr>
              <a:picLocks noChangeAspect="1"/>
            </p:cNvPicPr>
            <p:nvPr/>
          </p:nvPicPr>
          <p:blipFill>
            <a:blip r:embed="rId3"/>
            <a:stretch>
              <a:fillRect/>
            </a:stretch>
          </p:blipFill>
          <p:spPr>
            <a:xfrm>
              <a:off x="2426774" y="3276239"/>
              <a:ext cx="607504" cy="687614"/>
            </a:xfrm>
            <a:prstGeom prst="rect">
              <a:avLst/>
            </a:prstGeom>
          </p:spPr>
        </p:pic>
      </p:grpSp>
    </p:spTree>
    <p:extLst>
      <p:ext uri="{BB962C8B-B14F-4D97-AF65-F5344CB8AC3E}">
        <p14:creationId xmlns:p14="http://schemas.microsoft.com/office/powerpoint/2010/main" val="1105080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81201994"/>
          <p:cNvSpPr>
            <a:spLocks noGrp="1"/>
          </p:cNvSpPr>
          <p:nvPr>
            <p:ph type="body" sz="quarter" idx="10"/>
          </p:nvPr>
        </p:nvSpPr>
        <p:spPr/>
        <p:txBody>
          <a:bodyPr wrap="square">
            <a:noAutofit/>
          </a:bodyPr>
          <a:lstStyle/>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Overview</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Common Server Software</a:t>
            </a:r>
          </a:p>
          <a:p>
            <a:pPr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Server Security Threats</a:t>
            </a:r>
          </a:p>
          <a:p>
            <a:pPr fontAlgn="ctr"/>
            <a:r>
              <a:rPr lang="en-US" altLang="zh-CN" b="1" dirty="0">
                <a:latin typeface="微软雅黑" panose="020B0503020204020204" pitchFamily="34" charset="-122"/>
                <a:ea typeface="微软雅黑" panose="020B0503020204020204" pitchFamily="34" charset="-122"/>
              </a:rPr>
              <a:t>Vulnerabilities and Patches</a:t>
            </a:r>
          </a:p>
          <a:p>
            <a:pPr lvl="1" indent="-355600" fontAlgn="ctr"/>
            <a:r>
              <a:rPr lang="en-US" altLang="zh-CN" dirty="0">
                <a:solidFill>
                  <a:schemeClr val="bg1">
                    <a:lumMod val="50000"/>
                  </a:schemeClr>
                </a:solidFill>
                <a:latin typeface="微软雅黑" panose="020B0503020204020204" pitchFamily="34" charset="-122"/>
                <a:ea typeface="微软雅黑" panose="020B0503020204020204" pitchFamily="34" charset="-122"/>
              </a:rPr>
              <a:t>Overview of Vulnerabilities and Patches</a:t>
            </a:r>
          </a:p>
          <a:p>
            <a:pPr lvl="1" indent="-355600" fontAlgn="ctr">
              <a:buSzPct val="60000"/>
              <a:buFont typeface="Wingdings" panose="05000000000000000000" pitchFamily="2" charset="2"/>
              <a:buChar char="n"/>
            </a:pPr>
            <a:r>
              <a:rPr lang="en-US" altLang="zh-CN" dirty="0">
                <a:latin typeface="微软雅黑" panose="020B0503020204020204" pitchFamily="34" charset="-122"/>
                <a:ea typeface="微软雅黑" panose="020B0503020204020204" pitchFamily="34" charset="-122"/>
              </a:rPr>
              <a:t>Typical Vulnerability Attack Cases</a:t>
            </a:r>
          </a:p>
          <a:p>
            <a:pPr fontAlgn="ctr"/>
            <a:endParaRPr lang="en-US" altLang="zh-CN" dirty="0">
              <a:latin typeface="微软雅黑" panose="020B0503020204020204" pitchFamily="34" charset="-122"/>
              <a:ea typeface="微软雅黑" panose="020B0503020204020204" pitchFamily="34" charset="-122"/>
            </a:endParaRPr>
          </a:p>
          <a:p>
            <a:pPr fontAlgn="ct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66044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088253176"/>
          <p:cNvSpPr>
            <a:spLocks noGrp="1"/>
          </p:cNvSpPr>
          <p:nvPr>
            <p:ph type="title"/>
          </p:nvPr>
        </p:nvSpPr>
        <p:spPr/>
        <p:txBody>
          <a:bodyPr/>
          <a:lstStyle/>
          <a:p>
            <a:r>
              <a:rPr lang="en-US" altLang="zh-CN"/>
              <a:t>WannaCry Ransomware Attack</a:t>
            </a:r>
            <a:endParaRPr lang="en-US" altLang="zh-CN" dirty="0"/>
          </a:p>
        </p:txBody>
      </p:sp>
      <p:sp>
        <p:nvSpPr>
          <p:cNvPr id="5" name="1328885399"/>
          <p:cNvSpPr>
            <a:spLocks noGrp="1"/>
          </p:cNvSpPr>
          <p:nvPr>
            <p:ph type="body" sz="quarter" idx="10"/>
          </p:nvPr>
        </p:nvSpPr>
        <p:spPr/>
        <p:txBody>
          <a:bodyPr/>
          <a:lstStyle/>
          <a:p>
            <a:pPr>
              <a:lnSpc>
                <a:spcPct val="120000"/>
              </a:lnSpc>
            </a:pPr>
            <a:r>
              <a:rPr lang="en-US" altLang="zh-CN" sz="1800" dirty="0"/>
              <a:t>On May 12, 2017, the </a:t>
            </a:r>
            <a:r>
              <a:rPr lang="en-US" altLang="zh-CN" sz="1800" dirty="0" err="1"/>
              <a:t>WannaCry</a:t>
            </a:r>
            <a:r>
              <a:rPr lang="en-US" altLang="zh-CN" sz="1800" dirty="0"/>
              <a:t> worm that exploited the MS17-010 vulnerability spread globally and infected a large number of computers. Ransomware viruses were implanted in infected computers and encrypted a large number of files on the computers. After a victim's computer was locked by a hacker, the virus demanded the user pay $300 (USD) of Bitcoin to retrieve their files.</a:t>
            </a:r>
          </a:p>
        </p:txBody>
      </p:sp>
      <p:pic>
        <p:nvPicPr>
          <p:cNvPr id="6" name="Picture 2" descr="https://timgsa.baidu.com/timg?image&amp;quality=80&amp;size=b9999_10000&amp;sec=1536124765338&amp;di=1a0260502c7806327991504e95926852&amp;imgtype=0&amp;src=http%3A%2F%2Fwww.cdcert.org%2FPublic%2FAdmin%2Feditor%2Fattached%2Fimage%2F20170515%2F20170515171145_46337.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5960" y="2708920"/>
            <a:ext cx="5616624" cy="3563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509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491487795"/>
          <p:cNvSpPr>
            <a:spLocks noGrp="1"/>
          </p:cNvSpPr>
          <p:nvPr>
            <p:ph type="title"/>
          </p:nvPr>
        </p:nvSpPr>
        <p:spPr/>
        <p:txBody>
          <a:bodyPr/>
          <a:lstStyle/>
          <a:p>
            <a:r>
              <a:rPr lang="en-US" altLang="zh-CN"/>
              <a:t>DROWN Vulnerability</a:t>
            </a:r>
            <a:endParaRPr lang="en-US" altLang="zh-CN" dirty="0"/>
          </a:p>
        </p:txBody>
      </p:sp>
      <p:sp>
        <p:nvSpPr>
          <p:cNvPr id="3" name="73957704"/>
          <p:cNvSpPr>
            <a:spLocks noGrp="1"/>
          </p:cNvSpPr>
          <p:nvPr>
            <p:ph type="body" sz="quarter" idx="10"/>
          </p:nvPr>
        </p:nvSpPr>
        <p:spPr/>
        <p:txBody>
          <a:bodyPr/>
          <a:lstStyle/>
          <a:p>
            <a:r>
              <a:rPr lang="en-US" altLang="zh-CN" sz="1800" dirty="0"/>
              <a:t>In March 2016, a new security vulnerability, DROWN, was found in the open source encryption tool OpenSSL used by about two-thirds of the world's website servers.</a:t>
            </a:r>
          </a:p>
          <a:p>
            <a:r>
              <a:rPr lang="en-US" altLang="zh-CN" sz="1800" dirty="0"/>
              <a:t>The vulnerability allowed hackers to attack websites and read encrypted information such as passwords, credit card accounts, business secrets, and financial data. This was a huge security challenge for global websites. More than 100,000 websites in China were affected.</a:t>
            </a:r>
          </a:p>
        </p:txBody>
      </p:sp>
      <p:pic>
        <p:nvPicPr>
          <p:cNvPr id="4098" name="Picture 2" descr="https://timgsa.baidu.com/timg?image&amp;quality=80&amp;size=b9999_10000&amp;sec=1527506321323&amp;di=6d8ff8a65f9d17703b2eefd31b954d94&amp;imgtype=0&amp;src=http%3A%2F%2Fcimage.tianjimedia.com%2FuploadImages%2F2015%2F009%2F35N3I3982U7P_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3712" y="3356992"/>
            <a:ext cx="5544616" cy="2856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43327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125557403"/>
          <p:cNvSpPr>
            <a:spLocks noGrp="1"/>
          </p:cNvSpPr>
          <p:nvPr>
            <p:ph type="title"/>
          </p:nvPr>
        </p:nvSpPr>
        <p:spPr/>
        <p:txBody>
          <a:bodyPr>
            <a:normAutofit fontScale="90000"/>
          </a:bodyPr>
          <a:lstStyle/>
          <a:p>
            <a:r>
              <a:rPr lang="en-US" altLang="zh-CN" dirty="0"/>
              <a:t>How Do You Defend Against These Vulnerabilities?</a:t>
            </a:r>
          </a:p>
        </p:txBody>
      </p:sp>
      <p:sp>
        <p:nvSpPr>
          <p:cNvPr id="16" name="699324589"/>
          <p:cNvSpPr>
            <a:spLocks noGrp="1"/>
          </p:cNvSpPr>
          <p:nvPr>
            <p:ph type="body" sz="quarter" idx="10"/>
          </p:nvPr>
        </p:nvSpPr>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endParaRPr lang="en-US" altLang="zh-CN" sz="3600" dirty="0"/>
          </a:p>
          <a:p>
            <a:r>
              <a:rPr lang="en-US" altLang="zh-CN" dirty="0"/>
              <a:t>How to implement these defenses?</a:t>
            </a:r>
          </a:p>
        </p:txBody>
      </p:sp>
      <p:grpSp>
        <p:nvGrpSpPr>
          <p:cNvPr id="5" name="组合 4"/>
          <p:cNvGrpSpPr/>
          <p:nvPr/>
        </p:nvGrpSpPr>
        <p:grpSpPr>
          <a:xfrm>
            <a:off x="2225570" y="1448780"/>
            <a:ext cx="7740860" cy="4099451"/>
            <a:chOff x="2532586" y="1772816"/>
            <a:chExt cx="7271826" cy="3703407"/>
          </a:xfrm>
        </p:grpSpPr>
        <p:pic>
          <p:nvPicPr>
            <p:cNvPr id="11" name="Picture 2" descr="https://timgsa.baidu.com/timg?image&amp;quality=80&amp;size=b9999_10000&amp;sec=1524719927894&amp;di=c6378e2818e0fd871a20c90a09a60815&amp;imgtype=0&amp;src=http%3A%2F%2Fimgsrc.baidu.com%2Fimgad%2Fpic%2Fitem%2F91529822720e0cf3f67a6fd20146f21fbe09aa0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7164" y="2521930"/>
              <a:ext cx="3939057" cy="2954293"/>
            </a:xfrm>
            <a:prstGeom prst="rect">
              <a:avLst/>
            </a:prstGeom>
            <a:noFill/>
            <a:extLst>
              <a:ext uri="{909E8E84-426E-40DD-AFC4-6F175D3DCCD1}">
                <a14:hiddenFill xmlns:a14="http://schemas.microsoft.com/office/drawing/2010/main">
                  <a:solidFill>
                    <a:srgbClr val="FFFFFF"/>
                  </a:solidFill>
                </a14:hiddenFill>
              </a:ext>
            </a:extLst>
          </p:spPr>
        </p:pic>
        <p:sp>
          <p:nvSpPr>
            <p:cNvPr id="12" name="1212228291"/>
            <p:cNvSpPr/>
            <p:nvPr/>
          </p:nvSpPr>
          <p:spPr bwMode="auto">
            <a:xfrm>
              <a:off x="7644172" y="2235862"/>
              <a:ext cx="2160240" cy="1011934"/>
            </a:xfrm>
            <a:prstGeom prst="wedgeEllipseCallout">
              <a:avLst>
                <a:gd name="adj1" fmla="val -31232"/>
                <a:gd name="adj2" fmla="val 60374"/>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ctr">
                <a:lnSpc>
                  <a:spcPct val="85000"/>
                </a:lnSpc>
              </a:pPr>
              <a:r>
                <a:rPr lang="en-US" altLang="zh-CN" sz="1400" dirty="0">
                  <a:latin typeface="微软雅黑" panose="020B0503020204020204" pitchFamily="34" charset="-122"/>
                  <a:ea typeface="微软雅黑" panose="020B0503020204020204" pitchFamily="34" charset="-122"/>
                </a:rPr>
                <a:t>Scan and kill viruses and Trojan horses in a timely manner</a:t>
              </a:r>
            </a:p>
          </p:txBody>
        </p:sp>
        <p:sp>
          <p:nvSpPr>
            <p:cNvPr id="13" name="1042105295"/>
            <p:cNvSpPr/>
            <p:nvPr/>
          </p:nvSpPr>
          <p:spPr bwMode="auto">
            <a:xfrm>
              <a:off x="5808967" y="1772816"/>
              <a:ext cx="1655202" cy="1011934"/>
            </a:xfrm>
            <a:prstGeom prst="wedgeEllipseCallou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altLang="zh-CN" sz="1400" dirty="0">
                  <a:latin typeface="微软雅黑" panose="020B0503020204020204" pitchFamily="34" charset="-122"/>
                  <a:ea typeface="微软雅黑" panose="020B0503020204020204" pitchFamily="34" charset="-122"/>
                </a:rPr>
                <a:t>Improve security awareness</a:t>
              </a:r>
            </a:p>
          </p:txBody>
        </p:sp>
        <p:sp>
          <p:nvSpPr>
            <p:cNvPr id="14" name="1472274426"/>
            <p:cNvSpPr/>
            <p:nvPr/>
          </p:nvSpPr>
          <p:spPr bwMode="auto">
            <a:xfrm flipH="1">
              <a:off x="4044754" y="1799992"/>
              <a:ext cx="1655202" cy="1011934"/>
            </a:xfrm>
            <a:prstGeom prst="wedgeEllipseCallout">
              <a:avLst>
                <a:gd name="adj1" fmla="val -16283"/>
                <a:gd name="adj2" fmla="val 6356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ctr">
                <a:lnSpc>
                  <a:spcPct val="85000"/>
                </a:lnSpc>
              </a:pPr>
              <a:r>
                <a:rPr lang="en-US" altLang="zh-CN" sz="1400" dirty="0">
                  <a:latin typeface="微软雅黑" panose="020B0503020204020204" pitchFamily="34" charset="-122"/>
                  <a:ea typeface="微软雅黑" panose="020B0503020204020204" pitchFamily="34" charset="-122"/>
                </a:rPr>
                <a:t>Disable specific ports or services</a:t>
              </a:r>
            </a:p>
          </p:txBody>
        </p:sp>
        <p:sp>
          <p:nvSpPr>
            <p:cNvPr id="15" name="2043185409"/>
            <p:cNvSpPr/>
            <p:nvPr/>
          </p:nvSpPr>
          <p:spPr bwMode="auto">
            <a:xfrm flipH="1">
              <a:off x="2532586" y="2376056"/>
              <a:ext cx="1655202" cy="1011934"/>
            </a:xfrm>
            <a:prstGeom prst="wedgeEllipseCallout">
              <a:avLst>
                <a:gd name="adj1" fmla="val -53330"/>
                <a:gd name="adj2" fmla="val 497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ctr">
                <a:lnSpc>
                  <a:spcPct val="85000"/>
                </a:lnSpc>
              </a:pPr>
              <a:r>
                <a:rPr lang="en-US" altLang="zh-CN" sz="1400" dirty="0">
                  <a:latin typeface="微软雅黑" panose="020B0503020204020204" pitchFamily="34" charset="-122"/>
                  <a:ea typeface="微软雅黑" panose="020B0503020204020204" pitchFamily="34" charset="-122"/>
                </a:rPr>
                <a:t>Update system patches promptly</a:t>
              </a:r>
            </a:p>
          </p:txBody>
        </p:sp>
      </p:grpSp>
    </p:spTree>
    <p:extLst>
      <p:ext uri="{BB962C8B-B14F-4D97-AF65-F5344CB8AC3E}">
        <p14:creationId xmlns:p14="http://schemas.microsoft.com/office/powerpoint/2010/main" val="2204868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A76E7-D4E2-483F-91CA-465901587885}"/>
              </a:ext>
            </a:extLst>
          </p:cNvPr>
          <p:cNvSpPr>
            <a:spLocks noGrp="1"/>
          </p:cNvSpPr>
          <p:nvPr>
            <p:ph type="title"/>
          </p:nvPr>
        </p:nvSpPr>
        <p:spPr/>
        <p:txBody>
          <a:bodyPr/>
          <a:lstStyle/>
          <a:p>
            <a:endParaRPr lang="en-PK"/>
          </a:p>
        </p:txBody>
      </p:sp>
      <p:sp>
        <p:nvSpPr>
          <p:cNvPr id="3" name="Text Placeholder 2">
            <a:extLst>
              <a:ext uri="{FF2B5EF4-FFF2-40B4-BE49-F238E27FC236}">
                <a16:creationId xmlns:a16="http://schemas.microsoft.com/office/drawing/2014/main" id="{363489E1-38DB-4D5D-B995-8A181DD2628D}"/>
              </a:ext>
            </a:extLst>
          </p:cNvPr>
          <p:cNvSpPr>
            <a:spLocks noGrp="1"/>
          </p:cNvSpPr>
          <p:nvPr>
            <p:ph type="body" sz="quarter" idx="10"/>
          </p:nvPr>
        </p:nvSpPr>
        <p:spPr/>
        <p:txBody>
          <a:bodyPr/>
          <a:lstStyle/>
          <a:p>
            <a:endParaRPr lang="en-PK"/>
          </a:p>
        </p:txBody>
      </p:sp>
    </p:spTree>
    <p:extLst>
      <p:ext uri="{BB962C8B-B14F-4D97-AF65-F5344CB8AC3E}">
        <p14:creationId xmlns:p14="http://schemas.microsoft.com/office/powerpoint/2010/main" val="2338964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sz="quarter"/>
          </p:nvPr>
        </p:nvSpPr>
        <p:spPr/>
        <p:txBody>
          <a:bodyPr/>
          <a:lstStyle/>
          <a:p>
            <a:r>
              <a:rPr lang="en-US"/>
              <a:t>Host Firewalls and Antivirus Software</a:t>
            </a:r>
            <a:endParaRPr lang="en-US" altLang="zh-CN" dirty="0"/>
          </a:p>
        </p:txBody>
      </p:sp>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square" anchor="ctr">
            <a:noAutofit/>
          </a:bodyPr>
          <a:lstStyle/>
          <a:p>
            <a:pPr fontAlgn="ctr"/>
            <a:endParaRPr lang="en-US" altLang="zh-CN" dirty="0"/>
          </a:p>
        </p:txBody>
      </p:sp>
    </p:spTree>
    <p:extLst>
      <p:ext uri="{BB962C8B-B14F-4D97-AF65-F5344CB8AC3E}">
        <p14:creationId xmlns:p14="http://schemas.microsoft.com/office/powerpoint/2010/main" val="4116739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CC7BE67-FF69-465F-944B-8361DF971089}"/>
              </a:ext>
            </a:extLst>
          </p:cNvPr>
          <p:cNvSpPr>
            <a:spLocks noGrp="1"/>
          </p:cNvSpPr>
          <p:nvPr>
            <p:ph type="body" sz="quarter" idx="10"/>
          </p:nvPr>
        </p:nvSpPr>
        <p:spPr/>
        <p:txBody>
          <a:bodyPr/>
          <a:lstStyle/>
          <a:p>
            <a:r>
              <a:rPr lang="en-US"/>
              <a:t>Firewalls were first applied to buildings to isolate fire and prevent fire from spreading from one area to another.</a:t>
            </a:r>
            <a:endParaRPr lang="en-US" altLang="zh-CN"/>
          </a:p>
          <a:p>
            <a:r>
              <a:rPr lang="en-US"/>
              <a:t>In the communications field, firewalls are mainly used to protect a network against attacks and intrusions from other networks.</a:t>
            </a:r>
            <a:endParaRPr lang="en-US" altLang="zh-CN"/>
          </a:p>
          <a:p>
            <a:r>
              <a:rPr lang="en-US"/>
              <a:t>Antivirus software is a type of program tool that is used to remove known harmful program code, such as viruses and Trojan horses, from computers.</a:t>
            </a:r>
            <a:endParaRPr lang="en-US" altLang="zh-CN" dirty="0"/>
          </a:p>
        </p:txBody>
      </p:sp>
    </p:spTree>
    <p:extLst>
      <p:ext uri="{BB962C8B-B14F-4D97-AF65-F5344CB8AC3E}">
        <p14:creationId xmlns:p14="http://schemas.microsoft.com/office/powerpoint/2010/main" val="623319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t>Upon completion of this course, you will be able to:</a:t>
            </a:r>
          </a:p>
          <a:p>
            <a:pPr lvl="1"/>
            <a:r>
              <a:rPr lang="en-US"/>
              <a:t>Describe the definition and categories of firewalls.</a:t>
            </a:r>
            <a:endParaRPr lang="en-US" altLang="zh-CN"/>
          </a:p>
          <a:p>
            <a:pPr lvl="1"/>
            <a:r>
              <a:rPr lang="en-US"/>
              <a:t>Describe the main functions of firewalls.</a:t>
            </a:r>
            <a:endParaRPr lang="en-US" altLang="zh-CN"/>
          </a:p>
          <a:p>
            <a:pPr lvl="1"/>
            <a:r>
              <a:rPr lang="en-US"/>
              <a:t>Describe the concept of antivirus software.</a:t>
            </a:r>
            <a:endParaRPr lang="en-US" altLang="zh-CN"/>
          </a:p>
          <a:p>
            <a:pPr lvl="1"/>
            <a:r>
              <a:rPr lang="en-US"/>
              <a:t>Distinguish antivirus software from firewalls.</a:t>
            </a:r>
            <a:endParaRPr lang="en-US" altLang="zh-CN"/>
          </a:p>
          <a:p>
            <a:pPr lvl="1"/>
            <a:endParaRPr lang="en-US" altLang="zh-CN" dirty="0"/>
          </a:p>
        </p:txBody>
      </p:sp>
    </p:spTree>
    <p:extLst>
      <p:ext uri="{BB962C8B-B14F-4D97-AF65-F5344CB8AC3E}">
        <p14:creationId xmlns:p14="http://schemas.microsoft.com/office/powerpoint/2010/main" val="523315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b="1" dirty="0"/>
              <a:t>Firewall Overview</a:t>
            </a:r>
            <a:endParaRPr lang="en-US" altLang="zh-CN" b="1" dirty="0"/>
          </a:p>
          <a:p>
            <a:pPr lvl="1">
              <a:buSzPct val="60000"/>
              <a:buFont typeface="Wingdings" panose="05000000000000000000" pitchFamily="2" charset="2"/>
              <a:buChar char="n"/>
            </a:pPr>
            <a:r>
              <a:rPr lang="en-US" dirty="0"/>
              <a:t>Windows Firewalls</a:t>
            </a:r>
            <a:endParaRPr lang="en-US" altLang="zh-CN" dirty="0"/>
          </a:p>
          <a:p>
            <a:pPr lvl="1"/>
            <a:r>
              <a:rPr lang="en-US" dirty="0">
                <a:solidFill>
                  <a:schemeClr val="bg1">
                    <a:lumMod val="50000"/>
                  </a:schemeClr>
                </a:solidFill>
              </a:rPr>
              <a:t>Linux Firewalls</a:t>
            </a:r>
            <a:endParaRPr lang="en-US" altLang="zh-CN" dirty="0">
              <a:solidFill>
                <a:schemeClr val="bg1">
                  <a:lumMod val="50000"/>
                </a:schemeClr>
              </a:solidFill>
            </a:endParaRPr>
          </a:p>
          <a:p>
            <a:r>
              <a:rPr lang="en-US" dirty="0">
                <a:solidFill>
                  <a:schemeClr val="bg1">
                    <a:lumMod val="50000"/>
                  </a:schemeClr>
                </a:solidFill>
              </a:rPr>
              <a:t>Antivirus Software</a:t>
            </a:r>
            <a:endParaRPr lang="en-US" altLang="zh-CN" dirty="0">
              <a:solidFill>
                <a:schemeClr val="bg1">
                  <a:lumMod val="50000"/>
                </a:schemeClr>
              </a:solidFill>
            </a:endParaRPr>
          </a:p>
        </p:txBody>
      </p:sp>
    </p:spTree>
    <p:extLst>
      <p:ext uri="{BB962C8B-B14F-4D97-AF65-F5344CB8AC3E}">
        <p14:creationId xmlns:p14="http://schemas.microsoft.com/office/powerpoint/2010/main" val="19993201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t>What Is a Firewall?</a:t>
            </a:r>
            <a:endParaRPr lang="en-US" altLang="zh-CN" dirty="0"/>
          </a:p>
        </p:txBody>
      </p:sp>
      <p:sp>
        <p:nvSpPr>
          <p:cNvPr id="7" name="文本占位符 6"/>
          <p:cNvSpPr>
            <a:spLocks noGrp="1"/>
          </p:cNvSpPr>
          <p:nvPr>
            <p:ph type="body" sz="quarter" idx="10"/>
          </p:nvPr>
        </p:nvSpPr>
        <p:spPr/>
        <p:txBody>
          <a:bodyPr/>
          <a:lstStyle/>
          <a:p>
            <a:r>
              <a:rPr lang="en-US"/>
              <a:t>A firewall is a method of separating private networks from public networks (such as the Internet). It is actually an isolation technology. A firewall allows only authorized people and data to access a network and prevents access from hackers. If data fails to pass through a firewall, people on an intranet cannot access the Internet, and people on the Internet cannot communicate with people on the intranet.</a:t>
            </a:r>
            <a:endParaRPr lang="en-US" altLang="zh-CN" dirty="0"/>
          </a:p>
        </p:txBody>
      </p:sp>
      <p:grpSp>
        <p:nvGrpSpPr>
          <p:cNvPr id="2" name="组合 1"/>
          <p:cNvGrpSpPr/>
          <p:nvPr/>
        </p:nvGrpSpPr>
        <p:grpSpPr>
          <a:xfrm>
            <a:off x="1421895" y="4279592"/>
            <a:ext cx="9348209" cy="1739396"/>
            <a:chOff x="2744730" y="4586979"/>
            <a:chExt cx="6801265" cy="1265493"/>
          </a:xfrm>
        </p:grpSpPr>
        <p:pic>
          <p:nvPicPr>
            <p:cNvPr id="13" name="图片 12"/>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44730" y="5100909"/>
              <a:ext cx="898104" cy="738000"/>
            </a:xfrm>
            <a:prstGeom prst="rect">
              <a:avLst/>
            </a:prstGeom>
          </p:spPr>
        </p:pic>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66044" y="5100910"/>
              <a:ext cx="900100" cy="736445"/>
            </a:xfrm>
            <a:prstGeom prst="rect">
              <a:avLst/>
            </a:prstGeom>
          </p:spPr>
        </p:pic>
        <p:pic>
          <p:nvPicPr>
            <p:cNvPr id="15" name="图片 14" descr="internet-蓝.png"/>
            <p:cNvPicPr>
              <a:picLocks noChangeAspect="1"/>
            </p:cNvPicPr>
            <p:nvPr/>
          </p:nvPicPr>
          <p:blipFill>
            <a:blip r:embed="rId5" cstate="print"/>
            <a:stretch>
              <a:fillRect/>
            </a:stretch>
          </p:blipFill>
          <p:spPr>
            <a:xfrm>
              <a:off x="6189355" y="5100909"/>
              <a:ext cx="1459699" cy="740908"/>
            </a:xfrm>
            <a:prstGeom prst="rect">
              <a:avLst/>
            </a:prstGeom>
          </p:spPr>
        </p:pic>
        <p:pic>
          <p:nvPicPr>
            <p:cNvPr id="16" name="Picture 25"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1879" y="5073224"/>
              <a:ext cx="1044116" cy="7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a:stCxn id="13" idx="3"/>
              <a:endCxn id="14" idx="1"/>
            </p:cNvCxnSpPr>
            <p:nvPr/>
          </p:nvCxnSpPr>
          <p:spPr bwMode="auto">
            <a:xfrm flipV="1">
              <a:off x="3642834" y="5469133"/>
              <a:ext cx="823210" cy="77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直接连接符 20"/>
            <p:cNvCxnSpPr>
              <a:stCxn id="14" idx="3"/>
              <a:endCxn id="15" idx="1"/>
            </p:cNvCxnSpPr>
            <p:nvPr/>
          </p:nvCxnSpPr>
          <p:spPr bwMode="auto">
            <a:xfrm>
              <a:off x="5366144" y="5469133"/>
              <a:ext cx="823210" cy="223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 name="直接连接符 24"/>
            <p:cNvCxnSpPr>
              <a:stCxn id="15" idx="3"/>
              <a:endCxn id="16" idx="1"/>
            </p:cNvCxnSpPr>
            <p:nvPr/>
          </p:nvCxnSpPr>
          <p:spPr bwMode="auto">
            <a:xfrm flipV="1">
              <a:off x="7649053" y="5462848"/>
              <a:ext cx="85282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9" name="直接箭头连接符 28"/>
            <p:cNvCxnSpPr/>
            <p:nvPr/>
          </p:nvCxnSpPr>
          <p:spPr bwMode="auto">
            <a:xfrm flipH="1">
              <a:off x="3642834" y="5049180"/>
              <a:ext cx="511746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31" name="乘号 30"/>
            <p:cNvSpPr/>
            <p:nvPr/>
          </p:nvSpPr>
          <p:spPr bwMode="auto">
            <a:xfrm>
              <a:off x="4595406" y="4586979"/>
              <a:ext cx="648072" cy="648072"/>
            </a:xfrm>
            <a:prstGeom prst="mathMultiply">
              <a:avLst/>
            </a:prstGeom>
            <a:solidFill>
              <a:srgbClr val="B3404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grpSp>
    </p:spTree>
    <p:extLst>
      <p:ext uri="{BB962C8B-B14F-4D97-AF65-F5344CB8AC3E}">
        <p14:creationId xmlns:p14="http://schemas.microsoft.com/office/powerpoint/2010/main" val="34661536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t>Firewall Classification</a:t>
            </a:r>
            <a:endParaRPr lang="en-US" dirty="0"/>
          </a:p>
        </p:txBody>
      </p:sp>
      <p:sp>
        <p:nvSpPr>
          <p:cNvPr id="756859" name="Rectangle 123"/>
          <p:cNvSpPr>
            <a:spLocks noGrp="1" noChangeArrowheads="1"/>
          </p:cNvSpPr>
          <p:nvPr>
            <p:ph type="body" sz="quarter" idx="10"/>
          </p:nvPr>
        </p:nvSpPr>
        <p:spPr/>
        <p:txBody>
          <a:bodyPr/>
          <a:lstStyle/>
          <a:p>
            <a:r>
              <a:rPr lang="en-US"/>
              <a:t>By form:</a:t>
            </a:r>
          </a:p>
          <a:p>
            <a:pPr lvl="1"/>
            <a:r>
              <a:rPr lang="en-US"/>
              <a:t>Hardware firewalls</a:t>
            </a:r>
          </a:p>
          <a:p>
            <a:pPr lvl="1"/>
            <a:r>
              <a:rPr lang="en-US"/>
              <a:t>Software firewalls</a:t>
            </a:r>
          </a:p>
          <a:p>
            <a:r>
              <a:rPr lang="en-US"/>
              <a:t>By protected object:</a:t>
            </a:r>
          </a:p>
          <a:p>
            <a:pPr lvl="1"/>
            <a:r>
              <a:rPr lang="en-US"/>
              <a:t>Standalone firewalls</a:t>
            </a:r>
          </a:p>
          <a:p>
            <a:pPr lvl="1"/>
            <a:r>
              <a:rPr lang="en-US"/>
              <a:t>Network firewalls</a:t>
            </a:r>
            <a:endParaRPr lang="en-US" dirty="0"/>
          </a:p>
        </p:txBody>
      </p:sp>
    </p:spTree>
    <p:extLst>
      <p:ext uri="{BB962C8B-B14F-4D97-AF65-F5344CB8AC3E}">
        <p14:creationId xmlns:p14="http://schemas.microsoft.com/office/powerpoint/2010/main" val="2108865394"/>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t>Windows Firewalls</a:t>
            </a:r>
            <a:endParaRPr lang="en-US" altLang="zh-CN" dirty="0"/>
          </a:p>
        </p:txBody>
      </p:sp>
      <p:sp>
        <p:nvSpPr>
          <p:cNvPr id="2" name="文本占位符 1"/>
          <p:cNvSpPr>
            <a:spLocks noGrp="1"/>
          </p:cNvSpPr>
          <p:nvPr>
            <p:ph type="body" sz="quarter" idx="10"/>
          </p:nvPr>
        </p:nvSpPr>
        <p:spPr/>
        <p:txBody>
          <a:bodyPr/>
          <a:lstStyle/>
          <a:p>
            <a:r>
              <a:rPr lang="en-US"/>
              <a:t>A Windows firewall is a software firewall built in the Windows OS.</a:t>
            </a:r>
            <a:endParaRPr lang="en-US" altLang="zh-CN" dirty="0"/>
          </a:p>
        </p:txBody>
      </p:sp>
      <p:grpSp>
        <p:nvGrpSpPr>
          <p:cNvPr id="14" name="组合 13"/>
          <p:cNvGrpSpPr/>
          <p:nvPr/>
        </p:nvGrpSpPr>
        <p:grpSpPr>
          <a:xfrm>
            <a:off x="1091444" y="1928304"/>
            <a:ext cx="9504722" cy="4444756"/>
            <a:chOff x="2277085" y="2559551"/>
            <a:chExt cx="7268910" cy="3399209"/>
          </a:xfrm>
        </p:grpSpPr>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2744730" y="3073481"/>
              <a:ext cx="898104" cy="738000"/>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66044" y="3073482"/>
              <a:ext cx="900100" cy="736445"/>
            </a:xfrm>
            <a:prstGeom prst="rect">
              <a:avLst/>
            </a:prstGeom>
          </p:spPr>
        </p:pic>
        <p:pic>
          <p:nvPicPr>
            <p:cNvPr id="7" name="图片 6" descr="internet-蓝.png"/>
            <p:cNvPicPr>
              <a:picLocks noChangeAspect="1"/>
            </p:cNvPicPr>
            <p:nvPr/>
          </p:nvPicPr>
          <p:blipFill>
            <a:blip r:embed="rId5" cstate="print"/>
            <a:stretch>
              <a:fillRect/>
            </a:stretch>
          </p:blipFill>
          <p:spPr>
            <a:xfrm>
              <a:off x="6189355" y="3073481"/>
              <a:ext cx="1459699" cy="740908"/>
            </a:xfrm>
            <a:prstGeom prst="rect">
              <a:avLst/>
            </a:prstGeom>
          </p:spPr>
        </p:pic>
        <p:pic>
          <p:nvPicPr>
            <p:cNvPr id="8" name="Picture 25"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1879" y="3045796"/>
              <a:ext cx="1044116" cy="7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直接连接符 8"/>
            <p:cNvCxnSpPr>
              <a:stCxn id="5" idx="3"/>
              <a:endCxn id="6" idx="1"/>
            </p:cNvCxnSpPr>
            <p:nvPr/>
          </p:nvCxnSpPr>
          <p:spPr bwMode="auto">
            <a:xfrm flipV="1">
              <a:off x="3642834" y="3441705"/>
              <a:ext cx="823210" cy="77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 name="直接连接符 9"/>
            <p:cNvCxnSpPr>
              <a:stCxn id="6" idx="3"/>
              <a:endCxn id="7" idx="1"/>
            </p:cNvCxnSpPr>
            <p:nvPr/>
          </p:nvCxnSpPr>
          <p:spPr bwMode="auto">
            <a:xfrm>
              <a:off x="5366144" y="3441705"/>
              <a:ext cx="823210" cy="223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 name="直接连接符 10"/>
            <p:cNvCxnSpPr>
              <a:stCxn id="7" idx="3"/>
              <a:endCxn id="8" idx="1"/>
            </p:cNvCxnSpPr>
            <p:nvPr/>
          </p:nvCxnSpPr>
          <p:spPr bwMode="auto">
            <a:xfrm flipV="1">
              <a:off x="7649053" y="3435420"/>
              <a:ext cx="85282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 name="直接箭头连接符 11"/>
            <p:cNvCxnSpPr/>
            <p:nvPr/>
          </p:nvCxnSpPr>
          <p:spPr bwMode="auto">
            <a:xfrm flipH="1">
              <a:off x="3642834" y="3021752"/>
              <a:ext cx="511746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13" name="乘号 12"/>
            <p:cNvSpPr/>
            <p:nvPr/>
          </p:nvSpPr>
          <p:spPr bwMode="auto">
            <a:xfrm>
              <a:off x="4595406" y="2559551"/>
              <a:ext cx="648072" cy="648072"/>
            </a:xfrm>
            <a:prstGeom prst="mathMultiply">
              <a:avLst/>
            </a:prstGeom>
            <a:solidFill>
              <a:srgbClr val="B3404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pic>
          <p:nvPicPr>
            <p:cNvPr id="16" name="图片 15" descr="internet-蓝.png"/>
            <p:cNvPicPr>
              <a:picLocks noChangeAspect="1"/>
            </p:cNvPicPr>
            <p:nvPr/>
          </p:nvPicPr>
          <p:blipFill>
            <a:blip r:embed="rId5" cstate="print"/>
            <a:stretch>
              <a:fillRect/>
            </a:stretch>
          </p:blipFill>
          <p:spPr>
            <a:xfrm>
              <a:off x="5339917" y="4807026"/>
              <a:ext cx="1459699" cy="740908"/>
            </a:xfrm>
            <a:prstGeom prst="rect">
              <a:avLst/>
            </a:prstGeom>
          </p:spPr>
        </p:pic>
        <p:pic>
          <p:nvPicPr>
            <p:cNvPr id="17" name="Picture 25" desc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1879" y="4779341"/>
              <a:ext cx="1044116" cy="779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 name="直接连接符 17"/>
            <p:cNvCxnSpPr>
              <a:stCxn id="23" idx="3"/>
              <a:endCxn id="15" idx="1"/>
            </p:cNvCxnSpPr>
            <p:nvPr/>
          </p:nvCxnSpPr>
          <p:spPr bwMode="auto">
            <a:xfrm flipH="1">
              <a:off x="3215680" y="5175249"/>
              <a:ext cx="427066"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9" name="直接连接符 18"/>
            <p:cNvCxnSpPr>
              <a:stCxn id="15" idx="3"/>
              <a:endCxn id="16" idx="1"/>
            </p:cNvCxnSpPr>
            <p:nvPr/>
          </p:nvCxnSpPr>
          <p:spPr bwMode="auto">
            <a:xfrm>
              <a:off x="4115780" y="5175250"/>
              <a:ext cx="1224136" cy="223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0" name="直接连接符 19"/>
            <p:cNvCxnSpPr>
              <a:stCxn id="16" idx="3"/>
              <a:endCxn id="17" idx="1"/>
            </p:cNvCxnSpPr>
            <p:nvPr/>
          </p:nvCxnSpPr>
          <p:spPr bwMode="auto">
            <a:xfrm flipV="1">
              <a:off x="6799615" y="5168966"/>
              <a:ext cx="1702264" cy="851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直接箭头连接符 20"/>
            <p:cNvCxnSpPr/>
            <p:nvPr/>
          </p:nvCxnSpPr>
          <p:spPr bwMode="auto">
            <a:xfrm flipH="1">
              <a:off x="3642834" y="4755297"/>
              <a:ext cx="5117462" cy="0"/>
            </a:xfrm>
            <a:prstGeom prst="straightConnector1">
              <a:avLst/>
            </a:prstGeom>
            <a:solidFill>
              <a:schemeClr val="accent1"/>
            </a:solidFill>
            <a:ln w="19050" cap="flat" cmpd="sng" algn="ctr">
              <a:solidFill>
                <a:schemeClr val="tx1"/>
              </a:solidFill>
              <a:prstDash val="solid"/>
              <a:round/>
              <a:headEnd type="none" w="med" len="med"/>
              <a:tailEnd type="triangle"/>
            </a:ln>
            <a:effectLst/>
          </p:spPr>
        </p:cxnSp>
        <p:sp>
          <p:nvSpPr>
            <p:cNvPr id="22" name="乘号 21"/>
            <p:cNvSpPr/>
            <p:nvPr/>
          </p:nvSpPr>
          <p:spPr bwMode="auto">
            <a:xfrm>
              <a:off x="3395700" y="4293096"/>
              <a:ext cx="648072" cy="648072"/>
            </a:xfrm>
            <a:prstGeom prst="mathMultiply">
              <a:avLst/>
            </a:prstGeom>
            <a:solidFill>
              <a:srgbClr val="B3404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pic>
          <p:nvPicPr>
            <p:cNvPr id="23" name="图片 22" descr="PC.png"/>
            <p:cNvPicPr>
              <a:picLocks noChangeAspect="1"/>
            </p:cNvPicPr>
            <p:nvPr/>
          </p:nvPicPr>
          <p:blipFill>
            <a:blip r:embed="rId7" cstate="print"/>
            <a:stretch>
              <a:fillRect/>
            </a:stretch>
          </p:blipFill>
          <p:spPr>
            <a:xfrm>
              <a:off x="2718260" y="4820247"/>
              <a:ext cx="924487" cy="710005"/>
            </a:xfrm>
            <a:prstGeom prst="rect">
              <a:avLst/>
            </a:prstGeom>
          </p:spPr>
        </p:pic>
        <p:pic>
          <p:nvPicPr>
            <p:cNvPr id="15" name="图片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15680" y="4807027"/>
              <a:ext cx="900100" cy="736445"/>
            </a:xfrm>
            <a:prstGeom prst="rect">
              <a:avLst/>
            </a:prstGeom>
          </p:spPr>
        </p:pic>
        <p:sp>
          <p:nvSpPr>
            <p:cNvPr id="3" name="文本框 2"/>
            <p:cNvSpPr txBox="1"/>
            <p:nvPr/>
          </p:nvSpPr>
          <p:spPr bwMode="auto">
            <a:xfrm>
              <a:off x="2277085" y="5642368"/>
              <a:ext cx="2304256" cy="316392"/>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400" dirty="0">
                  <a:solidFill>
                    <a:srgbClr val="000000"/>
                  </a:solidFill>
                  <a:latin typeface="微软雅黑" panose="020B0503020204020204" pitchFamily="34" charset="-122"/>
                  <a:ea typeface="微软雅黑" panose="020B0503020204020204" pitchFamily="34" charset="-122"/>
                  <a:cs typeface="Arial" pitchFamily="34" charset="0"/>
                </a:rPr>
                <a:t>Built-in</a:t>
              </a:r>
              <a:endParaRPr lang="zh-CN" altLang="en-US" sz="1400" dirty="0">
                <a:solidFill>
                  <a:srgbClr val="000000"/>
                </a:solidFill>
                <a:latin typeface="微软雅黑" panose="020B0503020204020204" pitchFamily="34" charset="-122"/>
                <a:ea typeface="微软雅黑" panose="020B0503020204020204" pitchFamily="34" charset="-122"/>
                <a:cs typeface="Arial" pitchFamily="34" charset="0"/>
              </a:endParaRPr>
            </a:p>
          </p:txBody>
        </p:sp>
      </p:grpSp>
    </p:spTree>
    <p:extLst>
      <p:ext uri="{BB962C8B-B14F-4D97-AF65-F5344CB8AC3E}">
        <p14:creationId xmlns:p14="http://schemas.microsoft.com/office/powerpoint/2010/main" val="130578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Windows Firewall Settings</a:t>
            </a:r>
            <a:endParaRPr lang="en-US" altLang="zh-CN" dirty="0"/>
          </a:p>
        </p:txBody>
      </p:sp>
      <p:grpSp>
        <p:nvGrpSpPr>
          <p:cNvPr id="6" name="组合 5"/>
          <p:cNvGrpSpPr/>
          <p:nvPr/>
        </p:nvGrpSpPr>
        <p:grpSpPr>
          <a:xfrm>
            <a:off x="2639652" y="1244869"/>
            <a:ext cx="6948735" cy="5136881"/>
            <a:chOff x="2639653" y="1244869"/>
            <a:chExt cx="6912694" cy="5215302"/>
          </a:xfrm>
        </p:grpSpPr>
        <p:pic>
          <p:nvPicPr>
            <p:cNvPr id="4" name="图片 3"/>
            <p:cNvPicPr>
              <a:picLocks noChangeAspect="1"/>
            </p:cNvPicPr>
            <p:nvPr/>
          </p:nvPicPr>
          <p:blipFill>
            <a:blip r:embed="rId3"/>
            <a:stretch>
              <a:fillRect/>
            </a:stretch>
          </p:blipFill>
          <p:spPr>
            <a:xfrm>
              <a:off x="2639653" y="1244869"/>
              <a:ext cx="6912694" cy="5215302"/>
            </a:xfrm>
            <a:prstGeom prst="rect">
              <a:avLst/>
            </a:prstGeom>
          </p:spPr>
        </p:pic>
        <p:sp>
          <p:nvSpPr>
            <p:cNvPr id="5" name="矩形 4"/>
            <p:cNvSpPr/>
            <p:nvPr/>
          </p:nvSpPr>
          <p:spPr bwMode="auto">
            <a:xfrm>
              <a:off x="2639653" y="1873748"/>
              <a:ext cx="1806667" cy="1885302"/>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grpSp>
    </p:spTree>
    <p:extLst>
      <p:ext uri="{BB962C8B-B14F-4D97-AF65-F5344CB8AC3E}">
        <p14:creationId xmlns:p14="http://schemas.microsoft.com/office/powerpoint/2010/main" val="331874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Windows Firewall Rule Settings</a:t>
            </a:r>
            <a:endParaRPr lang="en-US" altLang="zh-CN" dirty="0"/>
          </a:p>
        </p:txBody>
      </p:sp>
      <p:sp>
        <p:nvSpPr>
          <p:cNvPr id="3" name="文本占位符 2"/>
          <p:cNvSpPr>
            <a:spLocks noGrp="1"/>
          </p:cNvSpPr>
          <p:nvPr>
            <p:ph type="body" sz="quarter" idx="10"/>
          </p:nvPr>
        </p:nvSpPr>
        <p:spPr/>
        <p:txBody>
          <a:bodyPr/>
          <a:lstStyle/>
          <a:p>
            <a:r>
              <a:rPr lang="en-US"/>
              <a:t>Allow an app or feature through the Windows firewall.</a:t>
            </a:r>
            <a:endParaRPr lang="en-US" altLang="zh-CN"/>
          </a:p>
          <a:p>
            <a:endParaRPr lang="en-US" altLang="zh-CN" dirty="0"/>
          </a:p>
        </p:txBody>
      </p:sp>
      <p:pic>
        <p:nvPicPr>
          <p:cNvPr id="6" name="图片 5"/>
          <p:cNvPicPr>
            <a:picLocks noChangeAspect="1"/>
          </p:cNvPicPr>
          <p:nvPr/>
        </p:nvPicPr>
        <p:blipFill>
          <a:blip r:embed="rId3"/>
          <a:stretch>
            <a:fillRect/>
          </a:stretch>
        </p:blipFill>
        <p:spPr>
          <a:xfrm>
            <a:off x="3035660" y="1808820"/>
            <a:ext cx="5940659" cy="4481947"/>
          </a:xfrm>
          <a:prstGeom prst="rect">
            <a:avLst/>
          </a:prstGeom>
        </p:spPr>
      </p:pic>
    </p:spTree>
    <p:extLst>
      <p:ext uri="{BB962C8B-B14F-4D97-AF65-F5344CB8AC3E}">
        <p14:creationId xmlns:p14="http://schemas.microsoft.com/office/powerpoint/2010/main" val="490661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Windows Firewall Notification Rule</a:t>
            </a:r>
            <a:endParaRPr lang="en-US" altLang="zh-CN" dirty="0"/>
          </a:p>
        </p:txBody>
      </p:sp>
      <p:sp>
        <p:nvSpPr>
          <p:cNvPr id="3" name="文本占位符 2"/>
          <p:cNvSpPr>
            <a:spLocks noGrp="1"/>
          </p:cNvSpPr>
          <p:nvPr>
            <p:ph type="body" sz="quarter" idx="10"/>
          </p:nvPr>
        </p:nvSpPr>
        <p:spPr/>
        <p:txBody>
          <a:bodyPr/>
          <a:lstStyle/>
          <a:p>
            <a:r>
              <a:rPr lang="en-US"/>
              <a:t>Modify a notification rule.</a:t>
            </a:r>
            <a:endParaRPr lang="en-US" altLang="zh-CN" dirty="0"/>
          </a:p>
        </p:txBody>
      </p:sp>
      <p:grpSp>
        <p:nvGrpSpPr>
          <p:cNvPr id="4" name="组合 3"/>
          <p:cNvGrpSpPr/>
          <p:nvPr/>
        </p:nvGrpSpPr>
        <p:grpSpPr>
          <a:xfrm>
            <a:off x="3143672" y="1808820"/>
            <a:ext cx="5904656" cy="4458617"/>
            <a:chOff x="2567608" y="1923732"/>
            <a:chExt cx="5569538" cy="4205569"/>
          </a:xfrm>
        </p:grpSpPr>
        <p:pic>
          <p:nvPicPr>
            <p:cNvPr id="7" name="图片 6"/>
            <p:cNvPicPr>
              <a:picLocks noChangeAspect="1"/>
            </p:cNvPicPr>
            <p:nvPr/>
          </p:nvPicPr>
          <p:blipFill>
            <a:blip r:embed="rId3"/>
            <a:stretch>
              <a:fillRect/>
            </a:stretch>
          </p:blipFill>
          <p:spPr>
            <a:xfrm>
              <a:off x="2567608" y="1923732"/>
              <a:ext cx="5569538" cy="4205569"/>
            </a:xfrm>
            <a:prstGeom prst="rect">
              <a:avLst/>
            </a:prstGeom>
            <a:ln>
              <a:solidFill>
                <a:schemeClr val="bg1">
                  <a:lumMod val="85000"/>
                </a:schemeClr>
              </a:solidFill>
            </a:ln>
          </p:spPr>
        </p:pic>
        <p:sp>
          <p:nvSpPr>
            <p:cNvPr id="5" name="矩形 4"/>
            <p:cNvSpPr/>
            <p:nvPr/>
          </p:nvSpPr>
          <p:spPr bwMode="auto">
            <a:xfrm>
              <a:off x="3654258" y="2924944"/>
              <a:ext cx="3161822" cy="504056"/>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sp>
          <p:nvSpPr>
            <p:cNvPr id="6" name="矩形 5"/>
            <p:cNvSpPr/>
            <p:nvPr/>
          </p:nvSpPr>
          <p:spPr bwMode="auto">
            <a:xfrm>
              <a:off x="3654258" y="3929428"/>
              <a:ext cx="3053810" cy="507685"/>
            </a:xfrm>
            <a:prstGeom prst="rect">
              <a:avLst/>
            </a:prstGeom>
            <a:noFill/>
            <a:ln w="254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grpSp>
    </p:spTree>
    <p:extLst>
      <p:ext uri="{BB962C8B-B14F-4D97-AF65-F5344CB8AC3E}">
        <p14:creationId xmlns:p14="http://schemas.microsoft.com/office/powerpoint/2010/main" val="37493665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Enabling or Disabling a Windows Firewall</a:t>
            </a:r>
            <a:endParaRPr lang="en-US" altLang="zh-CN" dirty="0"/>
          </a:p>
        </p:txBody>
      </p:sp>
      <p:pic>
        <p:nvPicPr>
          <p:cNvPr id="5" name="图片 4"/>
          <p:cNvPicPr>
            <a:picLocks noChangeAspect="1"/>
          </p:cNvPicPr>
          <p:nvPr/>
        </p:nvPicPr>
        <p:blipFill>
          <a:blip r:embed="rId3"/>
          <a:stretch>
            <a:fillRect/>
          </a:stretch>
        </p:blipFill>
        <p:spPr>
          <a:xfrm>
            <a:off x="2745976" y="1268760"/>
            <a:ext cx="6700047" cy="5059219"/>
          </a:xfrm>
          <a:prstGeom prst="rect">
            <a:avLst/>
          </a:prstGeom>
          <a:ln>
            <a:solidFill>
              <a:schemeClr val="bg1">
                <a:lumMod val="85000"/>
              </a:schemeClr>
            </a:solidFill>
          </a:ln>
        </p:spPr>
      </p:pic>
    </p:spTree>
    <p:extLst>
      <p:ext uri="{BB962C8B-B14F-4D97-AF65-F5344CB8AC3E}">
        <p14:creationId xmlns:p14="http://schemas.microsoft.com/office/powerpoint/2010/main" val="13515832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Initializing Windows Firewall Settings</a:t>
            </a:r>
            <a:endParaRPr lang="en-US" altLang="zh-CN" dirty="0"/>
          </a:p>
        </p:txBody>
      </p:sp>
      <p:sp>
        <p:nvSpPr>
          <p:cNvPr id="3" name="文本占位符 2"/>
          <p:cNvSpPr>
            <a:spLocks noGrp="1"/>
          </p:cNvSpPr>
          <p:nvPr>
            <p:ph type="body" sz="quarter" idx="10"/>
          </p:nvPr>
        </p:nvSpPr>
        <p:spPr/>
        <p:txBody>
          <a:bodyPr/>
          <a:lstStyle/>
          <a:p>
            <a:r>
              <a:rPr lang="en-US"/>
              <a:t>Restore default settings.</a:t>
            </a:r>
            <a:endParaRPr lang="en-US" altLang="zh-CN" dirty="0"/>
          </a:p>
        </p:txBody>
      </p:sp>
      <p:pic>
        <p:nvPicPr>
          <p:cNvPr id="5" name="图片 4"/>
          <p:cNvPicPr>
            <a:picLocks noChangeAspect="1"/>
          </p:cNvPicPr>
          <p:nvPr/>
        </p:nvPicPr>
        <p:blipFill>
          <a:blip r:embed="rId3"/>
          <a:stretch>
            <a:fillRect/>
          </a:stretch>
        </p:blipFill>
        <p:spPr>
          <a:xfrm>
            <a:off x="3119791" y="1808820"/>
            <a:ext cx="5952418" cy="4487090"/>
          </a:xfrm>
          <a:prstGeom prst="rect">
            <a:avLst/>
          </a:prstGeom>
          <a:ln>
            <a:solidFill>
              <a:schemeClr val="bg1">
                <a:lumMod val="85000"/>
              </a:schemeClr>
            </a:solidFill>
          </a:ln>
        </p:spPr>
      </p:pic>
    </p:spTree>
    <p:extLst>
      <p:ext uri="{BB962C8B-B14F-4D97-AF65-F5344CB8AC3E}">
        <p14:creationId xmlns:p14="http://schemas.microsoft.com/office/powerpoint/2010/main" val="36853280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Advanced Windows Firewall Settings</a:t>
            </a:r>
            <a:endParaRPr lang="en-US" altLang="zh-CN" dirty="0"/>
          </a:p>
        </p:txBody>
      </p:sp>
      <p:pic>
        <p:nvPicPr>
          <p:cNvPr id="3" name="图片 2"/>
          <p:cNvPicPr>
            <a:picLocks noChangeAspect="1"/>
          </p:cNvPicPr>
          <p:nvPr/>
        </p:nvPicPr>
        <p:blipFill>
          <a:blip r:embed="rId3"/>
          <a:stretch>
            <a:fillRect/>
          </a:stretch>
        </p:blipFill>
        <p:spPr>
          <a:xfrm>
            <a:off x="1523492" y="1286784"/>
            <a:ext cx="8795301" cy="5058540"/>
          </a:xfrm>
          <a:prstGeom prst="rect">
            <a:avLst/>
          </a:prstGeom>
          <a:ln>
            <a:solidFill>
              <a:schemeClr val="bg1">
                <a:lumMod val="85000"/>
              </a:schemeClr>
            </a:solidFill>
          </a:ln>
        </p:spPr>
      </p:pic>
    </p:spTree>
    <p:extLst>
      <p:ext uri="{BB962C8B-B14F-4D97-AF65-F5344CB8AC3E}">
        <p14:creationId xmlns:p14="http://schemas.microsoft.com/office/powerpoint/2010/main" val="317842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Windows Firewall Rule Settings</a:t>
            </a:r>
            <a:endParaRPr lang="en-US" altLang="zh-CN" dirty="0"/>
          </a:p>
        </p:txBody>
      </p:sp>
      <p:grpSp>
        <p:nvGrpSpPr>
          <p:cNvPr id="3" name="组合 2"/>
          <p:cNvGrpSpPr/>
          <p:nvPr/>
        </p:nvGrpSpPr>
        <p:grpSpPr>
          <a:xfrm>
            <a:off x="1480385" y="1250389"/>
            <a:ext cx="9231229" cy="5055401"/>
            <a:chOff x="2294513" y="1386054"/>
            <a:chExt cx="7833736" cy="4290076"/>
          </a:xfrm>
        </p:grpSpPr>
        <p:pic>
          <p:nvPicPr>
            <p:cNvPr id="6" name="图片 5"/>
            <p:cNvPicPr>
              <a:picLocks noChangeAspect="1"/>
            </p:cNvPicPr>
            <p:nvPr/>
          </p:nvPicPr>
          <p:blipFill>
            <a:blip r:embed="rId3"/>
            <a:stretch>
              <a:fillRect/>
            </a:stretch>
          </p:blipFill>
          <p:spPr>
            <a:xfrm>
              <a:off x="2294513" y="1386054"/>
              <a:ext cx="7833736" cy="4290076"/>
            </a:xfrm>
            <a:prstGeom prst="rect">
              <a:avLst/>
            </a:prstGeom>
            <a:ln>
              <a:solidFill>
                <a:schemeClr val="bg1">
                  <a:lumMod val="85000"/>
                </a:schemeClr>
              </a:solidFill>
            </a:ln>
          </p:spPr>
        </p:pic>
        <p:pic>
          <p:nvPicPr>
            <p:cNvPr id="9" name="图片 8"/>
            <p:cNvPicPr>
              <a:picLocks noChangeAspect="1"/>
            </p:cNvPicPr>
            <p:nvPr/>
          </p:nvPicPr>
          <p:blipFill>
            <a:blip r:embed="rId4"/>
            <a:stretch>
              <a:fillRect/>
            </a:stretch>
          </p:blipFill>
          <p:spPr>
            <a:xfrm>
              <a:off x="4170535" y="2215664"/>
              <a:ext cx="3709038" cy="3020440"/>
            </a:xfrm>
            <a:prstGeom prst="rect">
              <a:avLst/>
            </a:prstGeom>
            <a:ln>
              <a:solidFill>
                <a:schemeClr val="bg1">
                  <a:lumMod val="85000"/>
                </a:schemeClr>
              </a:solidFill>
            </a:ln>
          </p:spPr>
        </p:pic>
        <p:sp>
          <p:nvSpPr>
            <p:cNvPr id="5" name="矩形 4"/>
            <p:cNvSpPr/>
            <p:nvPr/>
          </p:nvSpPr>
          <p:spPr bwMode="auto">
            <a:xfrm>
              <a:off x="2423592" y="2104934"/>
              <a:ext cx="856392" cy="207942"/>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cxnSp>
          <p:nvCxnSpPr>
            <p:cNvPr id="7" name="直接箭头连接符 6"/>
            <p:cNvCxnSpPr>
              <a:stCxn id="5" idx="3"/>
              <a:endCxn id="8" idx="1"/>
            </p:cNvCxnSpPr>
            <p:nvPr/>
          </p:nvCxnSpPr>
          <p:spPr bwMode="auto">
            <a:xfrm>
              <a:off x="3279984" y="2208905"/>
              <a:ext cx="5336296" cy="205924"/>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sp>
          <p:nvSpPr>
            <p:cNvPr id="8" name="矩形 7"/>
            <p:cNvSpPr/>
            <p:nvPr/>
          </p:nvSpPr>
          <p:spPr bwMode="auto">
            <a:xfrm>
              <a:off x="8616280" y="2324819"/>
              <a:ext cx="612068" cy="180020"/>
            </a:xfrm>
            <a:prstGeom prst="rect">
              <a:avLst/>
            </a:pr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cxnSp>
          <p:nvCxnSpPr>
            <p:cNvPr id="10" name="直接箭头连接符 9"/>
            <p:cNvCxnSpPr>
              <a:stCxn id="8" idx="2"/>
            </p:cNvCxnSpPr>
            <p:nvPr/>
          </p:nvCxnSpPr>
          <p:spPr bwMode="auto">
            <a:xfrm flipH="1">
              <a:off x="7706762" y="2504840"/>
              <a:ext cx="1215553" cy="957233"/>
            </a:xfrm>
            <a:prstGeom prst="straightConnector1">
              <a:avLst/>
            </a:prstGeom>
            <a:solidFill>
              <a:schemeClr val="accent1"/>
            </a:solidFill>
            <a:ln w="19050" cap="flat" cmpd="sng" algn="ctr">
              <a:solidFill>
                <a:srgbClr val="C00000"/>
              </a:solidFill>
              <a:prstDash val="solid"/>
              <a:round/>
              <a:headEnd type="none" w="med" len="med"/>
              <a:tailEnd type="triangle"/>
            </a:ln>
            <a:effectLst/>
          </p:spPr>
        </p:cxnSp>
      </p:grpSp>
    </p:spTree>
    <p:extLst>
      <p:ext uri="{BB962C8B-B14F-4D97-AF65-F5344CB8AC3E}">
        <p14:creationId xmlns:p14="http://schemas.microsoft.com/office/powerpoint/2010/main" val="4279068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b="1" dirty="0"/>
              <a:t>Firewall Overview</a:t>
            </a:r>
            <a:endParaRPr lang="en-US" altLang="zh-CN" b="1" dirty="0"/>
          </a:p>
          <a:p>
            <a:pPr lvl="1"/>
            <a:r>
              <a:rPr lang="en-US" dirty="0">
                <a:solidFill>
                  <a:schemeClr val="bg1">
                    <a:lumMod val="50000"/>
                  </a:schemeClr>
                </a:solidFill>
              </a:rPr>
              <a:t>Windows Firewalls</a:t>
            </a:r>
          </a:p>
          <a:p>
            <a:pPr lvl="1">
              <a:buSzPct val="60000"/>
              <a:buFont typeface="Wingdings" panose="05000000000000000000" pitchFamily="2" charset="2"/>
              <a:buChar char="n"/>
            </a:pPr>
            <a:r>
              <a:rPr lang="en-US" dirty="0"/>
              <a:t>Linux Firewalls</a:t>
            </a:r>
            <a:endParaRPr lang="en-US" altLang="zh-CN" dirty="0"/>
          </a:p>
          <a:p>
            <a:r>
              <a:rPr lang="en-US" dirty="0">
                <a:solidFill>
                  <a:schemeClr val="bg1">
                    <a:lumMod val="50000"/>
                  </a:schemeClr>
                </a:solidFill>
              </a:rPr>
              <a:t>Antivirus Software</a:t>
            </a:r>
            <a:endParaRPr lang="en-US" altLang="zh-CN" dirty="0">
              <a:solidFill>
                <a:schemeClr val="bg1">
                  <a:lumMod val="50000"/>
                </a:schemeClr>
              </a:solidFill>
            </a:endParaRPr>
          </a:p>
          <a:p>
            <a:endParaRPr lang="en-US" altLang="zh-CN" dirty="0"/>
          </a:p>
          <a:p>
            <a:endParaRPr lang="en-US" altLang="zh-CN" dirty="0"/>
          </a:p>
        </p:txBody>
      </p:sp>
    </p:spTree>
    <p:extLst>
      <p:ext uri="{BB962C8B-B14F-4D97-AF65-F5344CB8AC3E}">
        <p14:creationId xmlns:p14="http://schemas.microsoft.com/office/powerpoint/2010/main" val="678189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t>Iptables Introduction</a:t>
            </a:r>
            <a:endParaRPr lang="en-US" altLang="zh-CN" dirty="0"/>
          </a:p>
        </p:txBody>
      </p:sp>
      <p:sp>
        <p:nvSpPr>
          <p:cNvPr id="6" name="文本占位符 5"/>
          <p:cNvSpPr>
            <a:spLocks noGrp="1"/>
          </p:cNvSpPr>
          <p:nvPr>
            <p:ph type="body" sz="quarter" idx="10"/>
          </p:nvPr>
        </p:nvSpPr>
        <p:spPr/>
        <p:txBody>
          <a:bodyPr/>
          <a:lstStyle/>
          <a:p>
            <a:r>
              <a:rPr lang="en-US"/>
              <a:t>Iptables is a free packet filtering firewall. It evolves along with the development of the Linux kernel, and has undergone four phases:</a:t>
            </a:r>
            <a:endParaRPr lang="en-US" altLang="zh-CN"/>
          </a:p>
          <a:p>
            <a:pPr lvl="1"/>
            <a:r>
              <a:rPr lang="en-US"/>
              <a:t>1.1 kernel: ipfirewall</a:t>
            </a:r>
            <a:endParaRPr lang="en-US" altLang="zh-CN"/>
          </a:p>
          <a:p>
            <a:pPr lvl="1"/>
            <a:r>
              <a:rPr lang="en-US"/>
              <a:t>2.0 kernel: ipfwadm</a:t>
            </a:r>
            <a:endParaRPr lang="en-US" altLang="zh-CN"/>
          </a:p>
          <a:p>
            <a:pPr lvl="1"/>
            <a:r>
              <a:rPr lang="en-US"/>
              <a:t>2.2 kernel: ipchains</a:t>
            </a:r>
            <a:endParaRPr lang="en-US" altLang="zh-CN"/>
          </a:p>
          <a:p>
            <a:pPr lvl="1"/>
            <a:r>
              <a:rPr lang="en-US"/>
              <a:t>2.4 kernel: iptables</a:t>
            </a:r>
            <a:endParaRPr lang="en-US" altLang="zh-CN" dirty="0"/>
          </a:p>
        </p:txBody>
      </p:sp>
    </p:spTree>
    <p:extLst>
      <p:ext uri="{BB962C8B-B14F-4D97-AF65-F5344CB8AC3E}">
        <p14:creationId xmlns:p14="http://schemas.microsoft.com/office/powerpoint/2010/main" val="3566185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Iptables Structure</a:t>
            </a:r>
            <a:endParaRPr lang="en-US" altLang="zh-CN" dirty="0"/>
          </a:p>
        </p:txBody>
      </p:sp>
      <p:sp>
        <p:nvSpPr>
          <p:cNvPr id="5" name="文本占位符 4"/>
          <p:cNvSpPr>
            <a:spLocks noGrp="1"/>
          </p:cNvSpPr>
          <p:nvPr>
            <p:ph type="body" sz="quarter" idx="10"/>
          </p:nvPr>
        </p:nvSpPr>
        <p:spPr/>
        <p:txBody>
          <a:bodyPr/>
          <a:lstStyle/>
          <a:p>
            <a:r>
              <a:rPr lang="en-US" dirty="0" err="1"/>
              <a:t>Iptables</a:t>
            </a:r>
            <a:r>
              <a:rPr lang="en-US" dirty="0"/>
              <a:t> structure: </a:t>
            </a:r>
            <a:r>
              <a:rPr lang="en-US" dirty="0" err="1"/>
              <a:t>iptables</a:t>
            </a:r>
            <a:r>
              <a:rPr lang="en-US" dirty="0"/>
              <a:t> &gt; table &gt; chain &gt; rule. A table consists of chains, and a chain consists of rules, as shown in the following figure.</a:t>
            </a:r>
            <a:endParaRPr lang="en-US" altLang="zh-CN" dirty="0"/>
          </a:p>
        </p:txBody>
      </p:sp>
      <p:grpSp>
        <p:nvGrpSpPr>
          <p:cNvPr id="3" name="组合 2"/>
          <p:cNvGrpSpPr/>
          <p:nvPr/>
        </p:nvGrpSpPr>
        <p:grpSpPr>
          <a:xfrm>
            <a:off x="2567608" y="2312876"/>
            <a:ext cx="6746591" cy="3905473"/>
            <a:chOff x="3287688" y="2872264"/>
            <a:chExt cx="5688632" cy="3293041"/>
          </a:xfrm>
        </p:grpSpPr>
        <p:grpSp>
          <p:nvGrpSpPr>
            <p:cNvPr id="14" name="组合 13"/>
            <p:cNvGrpSpPr/>
            <p:nvPr/>
          </p:nvGrpSpPr>
          <p:grpSpPr>
            <a:xfrm>
              <a:off x="3287688" y="2872264"/>
              <a:ext cx="1980220" cy="3293041"/>
              <a:chOff x="1711090" y="2620235"/>
              <a:chExt cx="1980220" cy="3293041"/>
            </a:xfrm>
          </p:grpSpPr>
          <p:sp>
            <p:nvSpPr>
              <p:cNvPr id="8" name="矩形 7"/>
              <p:cNvSpPr/>
              <p:nvPr/>
            </p:nvSpPr>
            <p:spPr bwMode="auto">
              <a:xfrm>
                <a:off x="1711090" y="2996952"/>
                <a:ext cx="1980220" cy="2916324"/>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Chain 1</a:t>
                </a: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sz="1400" dirty="0">
                  <a:latin typeface="微软雅黑" panose="020B0503020204020204" pitchFamily="34" charset="-122"/>
                  <a:ea typeface="微软雅黑" panose="020B0503020204020204" pitchFamily="34" charset="-122"/>
                </a:endParaRPr>
              </a:p>
              <a:p>
                <a:pPr fontAlgn="ctr"/>
                <a:r>
                  <a:rPr lang="en-US" sz="1400" dirty="0">
                    <a:latin typeface="微软雅黑" panose="020B0503020204020204" pitchFamily="34" charset="-122"/>
                    <a:ea typeface="微软雅黑" panose="020B0503020204020204" pitchFamily="34" charset="-122"/>
                  </a:rPr>
                  <a:t>Chain 2</a:t>
                </a:r>
                <a:endParaRPr lang="en-US" altLang="zh-CN" sz="1400" dirty="0">
                  <a:latin typeface="微软雅黑" panose="020B0503020204020204" pitchFamily="34" charset="-122"/>
                  <a:ea typeface="微软雅黑" panose="020B0503020204020204" pitchFamily="34" charset="-122"/>
                </a:endParaRPr>
              </a:p>
            </p:txBody>
          </p:sp>
          <p:sp>
            <p:nvSpPr>
              <p:cNvPr id="10" name="文本框 9"/>
              <p:cNvSpPr txBox="1"/>
              <p:nvPr/>
            </p:nvSpPr>
            <p:spPr bwMode="auto">
              <a:xfrm>
                <a:off x="2165269" y="2620235"/>
                <a:ext cx="889025" cy="377947"/>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600" dirty="0">
                    <a:solidFill>
                      <a:srgbClr val="000000"/>
                    </a:solidFill>
                    <a:latin typeface="微软雅黑" panose="020B0503020204020204" pitchFamily="34" charset="-122"/>
                    <a:ea typeface="微软雅黑" panose="020B0503020204020204" pitchFamily="34" charset="-122"/>
                  </a:rPr>
                  <a:t>Table 1</a:t>
                </a:r>
                <a:endPar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12" name="圆角矩形 11"/>
              <p:cNvSpPr/>
              <p:nvPr/>
            </p:nvSpPr>
            <p:spPr bwMode="auto">
              <a:xfrm>
                <a:off x="1835696" y="3338513"/>
                <a:ext cx="1692188" cy="882575"/>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Rule 1</a:t>
                </a:r>
              </a:p>
              <a:p>
                <a:pPr fontAlgn="ctr"/>
                <a:r>
                  <a:rPr lang="en-US" sz="1400" dirty="0">
                    <a:latin typeface="微软雅黑" panose="020B0503020204020204" pitchFamily="34" charset="-122"/>
                    <a:ea typeface="微软雅黑" panose="020B0503020204020204" pitchFamily="34" charset="-122"/>
                  </a:rPr>
                  <a:t>Rule 2</a:t>
                </a:r>
              </a:p>
              <a:p>
                <a:pPr fontAlgn="ctr"/>
                <a:r>
                  <a:rPr lang="en-US" sz="1400" dirty="0">
                    <a:latin typeface="微软雅黑" panose="020B0503020204020204" pitchFamily="34" charset="-122"/>
                    <a:ea typeface="微软雅黑" panose="020B0503020204020204" pitchFamily="34" charset="-122"/>
                  </a:rPr>
                  <a:t>Rule 3</a:t>
                </a:r>
                <a:endParaRPr lang="en-US" altLang="zh-CN" sz="1400" dirty="0">
                  <a:latin typeface="微软雅黑" panose="020B0503020204020204" pitchFamily="34" charset="-122"/>
                  <a:ea typeface="微软雅黑" panose="020B0503020204020204" pitchFamily="34" charset="-122"/>
                </a:endParaRPr>
              </a:p>
            </p:txBody>
          </p:sp>
          <p:sp>
            <p:nvSpPr>
              <p:cNvPr id="13" name="圆角矩形 12"/>
              <p:cNvSpPr/>
              <p:nvPr/>
            </p:nvSpPr>
            <p:spPr bwMode="auto">
              <a:xfrm>
                <a:off x="1832042" y="4684584"/>
                <a:ext cx="1695842" cy="882575"/>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Rule 1</a:t>
                </a:r>
              </a:p>
              <a:p>
                <a:pPr fontAlgn="ctr"/>
                <a:r>
                  <a:rPr lang="en-US" sz="1400" dirty="0">
                    <a:latin typeface="微软雅黑" panose="020B0503020204020204" pitchFamily="34" charset="-122"/>
                    <a:ea typeface="微软雅黑" panose="020B0503020204020204" pitchFamily="34" charset="-122"/>
                  </a:rPr>
                  <a:t>Rule 2</a:t>
                </a:r>
              </a:p>
              <a:p>
                <a:pPr fontAlgn="ctr"/>
                <a:r>
                  <a:rPr lang="en-US" sz="1400" dirty="0">
                    <a:latin typeface="微软雅黑" panose="020B0503020204020204" pitchFamily="34" charset="-122"/>
                    <a:ea typeface="微软雅黑" panose="020B0503020204020204" pitchFamily="34" charset="-122"/>
                  </a:rPr>
                  <a:t>Rule 3</a:t>
                </a:r>
                <a:endParaRPr lang="en-US" altLang="zh-CN" sz="1400" dirty="0">
                  <a:latin typeface="微软雅黑" panose="020B0503020204020204" pitchFamily="34" charset="-122"/>
                  <a:ea typeface="微软雅黑" panose="020B0503020204020204" pitchFamily="34" charset="-122"/>
                </a:endParaRPr>
              </a:p>
            </p:txBody>
          </p:sp>
        </p:grpSp>
        <p:grpSp>
          <p:nvGrpSpPr>
            <p:cNvPr id="20" name="组合 19"/>
            <p:cNvGrpSpPr/>
            <p:nvPr/>
          </p:nvGrpSpPr>
          <p:grpSpPr>
            <a:xfrm>
              <a:off x="6996100" y="2881992"/>
              <a:ext cx="1980220" cy="3283313"/>
              <a:chOff x="5544108" y="2629963"/>
              <a:chExt cx="1980220" cy="3283313"/>
            </a:xfrm>
          </p:grpSpPr>
          <p:sp>
            <p:nvSpPr>
              <p:cNvPr id="16" name="矩形 15"/>
              <p:cNvSpPr/>
              <p:nvPr/>
            </p:nvSpPr>
            <p:spPr bwMode="auto">
              <a:xfrm>
                <a:off x="5544108" y="2996952"/>
                <a:ext cx="1980220" cy="2916324"/>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Chain 1</a:t>
                </a: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altLang="zh-CN" sz="1400" dirty="0">
                  <a:latin typeface="微软雅黑" panose="020B0503020204020204" pitchFamily="34" charset="-122"/>
                  <a:ea typeface="微软雅黑" panose="020B0503020204020204" pitchFamily="34" charset="-122"/>
                </a:endParaRPr>
              </a:p>
              <a:p>
                <a:pPr fontAlgn="ctr"/>
                <a:endParaRPr lang="en-US" sz="1400" dirty="0">
                  <a:latin typeface="微软雅黑" panose="020B0503020204020204" pitchFamily="34" charset="-122"/>
                  <a:ea typeface="微软雅黑" panose="020B0503020204020204" pitchFamily="34" charset="-122"/>
                </a:endParaRPr>
              </a:p>
              <a:p>
                <a:pPr fontAlgn="ctr"/>
                <a:r>
                  <a:rPr lang="en-US" sz="1400" dirty="0">
                    <a:latin typeface="微软雅黑" panose="020B0503020204020204" pitchFamily="34" charset="-122"/>
                    <a:ea typeface="微软雅黑" panose="020B0503020204020204" pitchFamily="34" charset="-122"/>
                  </a:rPr>
                  <a:t>Chain 2</a:t>
                </a:r>
                <a:endParaRPr lang="en-US" altLang="zh-CN" sz="1400" dirty="0">
                  <a:latin typeface="微软雅黑" panose="020B0503020204020204" pitchFamily="34" charset="-122"/>
                  <a:ea typeface="微软雅黑" panose="020B0503020204020204" pitchFamily="34" charset="-122"/>
                </a:endParaRPr>
              </a:p>
            </p:txBody>
          </p:sp>
          <p:sp>
            <p:nvSpPr>
              <p:cNvPr id="17" name="文本框 16"/>
              <p:cNvSpPr txBox="1"/>
              <p:nvPr/>
            </p:nvSpPr>
            <p:spPr bwMode="auto">
              <a:xfrm>
                <a:off x="5998287" y="2629963"/>
                <a:ext cx="889024" cy="377947"/>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600" dirty="0">
                    <a:solidFill>
                      <a:srgbClr val="000000"/>
                    </a:solidFill>
                    <a:latin typeface="微软雅黑" panose="020B0503020204020204" pitchFamily="34" charset="-122"/>
                    <a:ea typeface="微软雅黑" panose="020B0503020204020204" pitchFamily="34" charset="-122"/>
                  </a:rPr>
                  <a:t>Table 2</a:t>
                </a:r>
                <a:endParaRPr lang="en-US" altLang="zh-CN" sz="160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18" name="圆角矩形 17"/>
              <p:cNvSpPr/>
              <p:nvPr/>
            </p:nvSpPr>
            <p:spPr bwMode="auto">
              <a:xfrm>
                <a:off x="5668714" y="3338513"/>
                <a:ext cx="1692188" cy="882575"/>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Rule 1</a:t>
                </a:r>
              </a:p>
              <a:p>
                <a:pPr fontAlgn="ctr"/>
                <a:r>
                  <a:rPr lang="en-US" sz="1400" dirty="0">
                    <a:latin typeface="微软雅黑" panose="020B0503020204020204" pitchFamily="34" charset="-122"/>
                    <a:ea typeface="微软雅黑" panose="020B0503020204020204" pitchFamily="34" charset="-122"/>
                  </a:rPr>
                  <a:t>Rule 2</a:t>
                </a:r>
              </a:p>
              <a:p>
                <a:pPr fontAlgn="ctr"/>
                <a:r>
                  <a:rPr lang="en-US" sz="1400" dirty="0">
                    <a:latin typeface="微软雅黑" panose="020B0503020204020204" pitchFamily="34" charset="-122"/>
                    <a:ea typeface="微软雅黑" panose="020B0503020204020204" pitchFamily="34" charset="-122"/>
                  </a:rPr>
                  <a:t>Rule 3</a:t>
                </a:r>
                <a:endParaRPr lang="en-US" altLang="zh-CN" sz="1400" dirty="0">
                  <a:latin typeface="微软雅黑" panose="020B0503020204020204" pitchFamily="34" charset="-122"/>
                  <a:ea typeface="微软雅黑" panose="020B0503020204020204" pitchFamily="34" charset="-122"/>
                </a:endParaRPr>
              </a:p>
            </p:txBody>
          </p:sp>
          <p:sp>
            <p:nvSpPr>
              <p:cNvPr id="19" name="圆角矩形 18"/>
              <p:cNvSpPr/>
              <p:nvPr/>
            </p:nvSpPr>
            <p:spPr bwMode="auto">
              <a:xfrm>
                <a:off x="5665060" y="4654226"/>
                <a:ext cx="1695842" cy="882575"/>
              </a:xfrm>
              <a:prstGeom prst="round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400" dirty="0">
                    <a:latin typeface="微软雅黑" panose="020B0503020204020204" pitchFamily="34" charset="-122"/>
                    <a:ea typeface="微软雅黑" panose="020B0503020204020204" pitchFamily="34" charset="-122"/>
                  </a:rPr>
                  <a:t>Rule 1</a:t>
                </a:r>
              </a:p>
              <a:p>
                <a:pPr fontAlgn="ctr"/>
                <a:r>
                  <a:rPr lang="en-US" sz="1400" dirty="0">
                    <a:latin typeface="微软雅黑" panose="020B0503020204020204" pitchFamily="34" charset="-122"/>
                    <a:ea typeface="微软雅黑" panose="020B0503020204020204" pitchFamily="34" charset="-122"/>
                  </a:rPr>
                  <a:t>Rule 2</a:t>
                </a:r>
              </a:p>
              <a:p>
                <a:pPr fontAlgn="ctr"/>
                <a:r>
                  <a:rPr lang="en-US" sz="1400" dirty="0">
                    <a:latin typeface="微软雅黑" panose="020B0503020204020204" pitchFamily="34" charset="-122"/>
                    <a:ea typeface="微软雅黑" panose="020B0503020204020204" pitchFamily="34" charset="-122"/>
                  </a:rPr>
                  <a:t>Rule 3</a:t>
                </a:r>
                <a:endParaRPr lang="en-US" altLang="zh-CN" sz="1400" dirty="0">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9371758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noAutofit/>
          </a:bodyPr>
          <a:lstStyle/>
          <a:p>
            <a:pPr fontAlgn="ctr"/>
            <a:r>
              <a:rPr lang="en-US"/>
              <a:t>Basic Concepts of Iptables - Rule</a:t>
            </a:r>
            <a:endParaRPr lang="en-US" altLang="zh-CN" dirty="0"/>
          </a:p>
        </p:txBody>
      </p:sp>
      <p:sp>
        <p:nvSpPr>
          <p:cNvPr id="3" name="文本占位符 2"/>
          <p:cNvSpPr>
            <a:spLocks noGrp="1"/>
          </p:cNvSpPr>
          <p:nvPr>
            <p:ph type="body" sz="quarter" idx="10"/>
          </p:nvPr>
        </p:nvSpPr>
        <p:spPr/>
        <p:txBody>
          <a:bodyPr wrap="square">
            <a:noAutofit/>
          </a:bodyPr>
          <a:lstStyle/>
          <a:p>
            <a:pPr fontAlgn="ctr">
              <a:lnSpc>
                <a:spcPct val="120000"/>
              </a:lnSpc>
            </a:pPr>
            <a:r>
              <a:rPr lang="en-US" sz="1700" dirty="0"/>
              <a:t>If a data packet matches a rule, the packet is processed according to the rule.</a:t>
            </a:r>
            <a:endParaRPr lang="en-US" altLang="zh-CN" sz="1700" dirty="0"/>
          </a:p>
          <a:p>
            <a:pPr fontAlgn="ctr">
              <a:lnSpc>
                <a:spcPct val="120000"/>
              </a:lnSpc>
            </a:pPr>
            <a:r>
              <a:rPr lang="en-US" sz="1700" dirty="0"/>
              <a:t>An </a:t>
            </a:r>
            <a:r>
              <a:rPr lang="en-US" sz="1700" dirty="0" err="1"/>
              <a:t>iptables</a:t>
            </a:r>
            <a:r>
              <a:rPr lang="en-US" sz="1700" dirty="0"/>
              <a:t> rule specifies quintuple information including the source address, destination address, source port, destination port, and protocol.</a:t>
            </a:r>
          </a:p>
          <a:p>
            <a:pPr fontAlgn="ctr">
              <a:lnSpc>
                <a:spcPct val="120000"/>
              </a:lnSpc>
            </a:pPr>
            <a:r>
              <a:rPr lang="en-US" sz="1700" dirty="0"/>
              <a:t>If a data packet matches an </a:t>
            </a:r>
            <a:r>
              <a:rPr lang="en-US" altLang="zh-CN" sz="1700" dirty="0" err="1"/>
              <a:t>iptables</a:t>
            </a:r>
            <a:r>
              <a:rPr lang="en-US" sz="1700" dirty="0"/>
              <a:t> rule, </a:t>
            </a:r>
            <a:r>
              <a:rPr lang="en-US" sz="1700" dirty="0" err="1"/>
              <a:t>iptables</a:t>
            </a:r>
            <a:r>
              <a:rPr lang="en-US" sz="1700" dirty="0"/>
              <a:t> processes the packet according to the method defined in the rule, for example, allowing the packet to pass through or discarding the packet.</a:t>
            </a:r>
            <a:endParaRPr lang="en-US" altLang="zh-CN" sz="1700" dirty="0"/>
          </a:p>
        </p:txBody>
      </p:sp>
      <p:grpSp>
        <p:nvGrpSpPr>
          <p:cNvPr id="4" name="组合 3"/>
          <p:cNvGrpSpPr/>
          <p:nvPr/>
        </p:nvGrpSpPr>
        <p:grpSpPr>
          <a:xfrm>
            <a:off x="1635572" y="3366841"/>
            <a:ext cx="8920856" cy="3158926"/>
            <a:chOff x="2811390" y="3875805"/>
            <a:chExt cx="6567256" cy="2325503"/>
          </a:xfrm>
        </p:grpSpPr>
        <p:pic>
          <p:nvPicPr>
            <p:cNvPr id="6" name="图片 5" descr="PC.png"/>
            <p:cNvPicPr>
              <a:picLocks noChangeAspect="1"/>
            </p:cNvPicPr>
            <p:nvPr/>
          </p:nvPicPr>
          <p:blipFill>
            <a:blip r:embed="rId3" cstate="print"/>
            <a:stretch>
              <a:fillRect/>
            </a:stretch>
          </p:blipFill>
          <p:spPr>
            <a:xfrm>
              <a:off x="2999656" y="5255682"/>
              <a:ext cx="751916" cy="577471"/>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18552" y="5235595"/>
              <a:ext cx="754896" cy="617642"/>
            </a:xfrm>
            <a:prstGeom prst="rect">
              <a:avLst/>
            </a:prstGeom>
          </p:spPr>
        </p:pic>
        <p:pic>
          <p:nvPicPr>
            <p:cNvPr id="8" name="图片 7" descr="internet-蓝.png"/>
            <p:cNvPicPr>
              <a:picLocks noChangeAspect="1"/>
            </p:cNvPicPr>
            <p:nvPr/>
          </p:nvPicPr>
          <p:blipFill>
            <a:blip r:embed="rId5" cstate="print"/>
            <a:stretch>
              <a:fillRect/>
            </a:stretch>
          </p:blipFill>
          <p:spPr>
            <a:xfrm>
              <a:off x="8256241" y="5259563"/>
              <a:ext cx="1122405" cy="569706"/>
            </a:xfrm>
            <a:prstGeom prst="rect">
              <a:avLst/>
            </a:prstGeom>
          </p:spPr>
        </p:pic>
        <p:cxnSp>
          <p:nvCxnSpPr>
            <p:cNvPr id="10" name="直接连接符 9"/>
            <p:cNvCxnSpPr>
              <a:stCxn id="6" idx="3"/>
              <a:endCxn id="7" idx="1"/>
            </p:cNvCxnSpPr>
            <p:nvPr/>
          </p:nvCxnSpPr>
          <p:spPr bwMode="auto">
            <a:xfrm flipV="1">
              <a:off x="3751572" y="5544417"/>
              <a:ext cx="1966980"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3" name="直接连接符 12"/>
            <p:cNvCxnSpPr>
              <a:stCxn id="7" idx="3"/>
              <a:endCxn id="8" idx="1"/>
            </p:cNvCxnSpPr>
            <p:nvPr/>
          </p:nvCxnSpPr>
          <p:spPr bwMode="auto">
            <a:xfrm>
              <a:off x="6473448" y="5544416"/>
              <a:ext cx="178279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4" name="圆角矩形 13"/>
            <p:cNvSpPr/>
            <p:nvPr/>
          </p:nvSpPr>
          <p:spPr bwMode="auto">
            <a:xfrm>
              <a:off x="4939520" y="3875805"/>
              <a:ext cx="2312960" cy="973435"/>
            </a:xfrm>
            <a:prstGeom prst="roundRect">
              <a:avLst>
                <a:gd name="adj" fmla="val 7088"/>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r>
                <a:rPr lang="en-US" sz="1600" dirty="0">
                  <a:latin typeface="微软雅黑" panose="020B0503020204020204" pitchFamily="34" charset="-122"/>
                  <a:ea typeface="微软雅黑" panose="020B0503020204020204" pitchFamily="34" charset="-122"/>
                </a:rPr>
                <a:t>Rule</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Source address: 192.168.1.1</a:t>
              </a:r>
            </a:p>
            <a:p>
              <a:pPr fontAlgn="ctr"/>
              <a:r>
                <a:rPr lang="en-US" sz="1600" dirty="0">
                  <a:latin typeface="微软雅黑" panose="020B0503020204020204" pitchFamily="34" charset="-122"/>
                  <a:ea typeface="微软雅黑" panose="020B0503020204020204" pitchFamily="34" charset="-122"/>
                </a:rPr>
                <a:t>Destination address: any</a:t>
              </a:r>
            </a:p>
            <a:p>
              <a:pPr fontAlgn="ctr"/>
              <a:r>
                <a:rPr lang="en-US" sz="1600" dirty="0">
                  <a:latin typeface="微软雅黑" panose="020B0503020204020204" pitchFamily="34" charset="-122"/>
                  <a:ea typeface="微软雅黑" panose="020B0503020204020204" pitchFamily="34" charset="-122"/>
                </a:rPr>
                <a:t>Protocol: HTTP</a:t>
              </a:r>
            </a:p>
            <a:p>
              <a:pPr fontAlgn="ctr"/>
              <a:r>
                <a:rPr lang="en-US" sz="1600" dirty="0">
                  <a:latin typeface="微软雅黑" panose="020B0503020204020204" pitchFamily="34" charset="-122"/>
                  <a:ea typeface="微软雅黑" panose="020B0503020204020204" pitchFamily="34" charset="-122"/>
                </a:rPr>
                <a:t>Action: permit</a:t>
              </a:r>
              <a:endParaRPr lang="en-US" altLang="zh-CN" sz="1600" dirty="0">
                <a:latin typeface="微软雅黑" panose="020B0503020204020204" pitchFamily="34" charset="-122"/>
                <a:ea typeface="微软雅黑" panose="020B0503020204020204" pitchFamily="34" charset="-122"/>
              </a:endParaRPr>
            </a:p>
          </p:txBody>
        </p:sp>
        <p:sp>
          <p:nvSpPr>
            <p:cNvPr id="15" name="文本框 14"/>
            <p:cNvSpPr txBox="1"/>
            <p:nvPr/>
          </p:nvSpPr>
          <p:spPr bwMode="auto">
            <a:xfrm>
              <a:off x="2811390" y="5884916"/>
              <a:ext cx="1196379"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rPr>
                <a:t>192.168.1.2</a:t>
              </a:r>
              <a:endParaRPr lang="en-US" altLang="zh-CN" sz="1400" dirty="0">
                <a:solidFill>
                  <a:srgbClr val="000000"/>
                </a:solidFill>
                <a:latin typeface="+mn-lt"/>
                <a:ea typeface="+mn-ea"/>
                <a:cs typeface="Arial" pitchFamily="34" charset="0"/>
              </a:endParaRPr>
            </a:p>
          </p:txBody>
        </p:sp>
        <p:cxnSp>
          <p:nvCxnSpPr>
            <p:cNvPr id="17" name="直接箭头连接符 16"/>
            <p:cNvCxnSpPr/>
            <p:nvPr/>
          </p:nvCxnSpPr>
          <p:spPr bwMode="auto">
            <a:xfrm>
              <a:off x="3751572" y="5085184"/>
              <a:ext cx="4504668" cy="0"/>
            </a:xfrm>
            <a:prstGeom prst="straightConnector1">
              <a:avLst/>
            </a:prstGeom>
            <a:solidFill>
              <a:schemeClr val="accent1"/>
            </a:solidFill>
            <a:ln w="9525" cap="flat" cmpd="sng" algn="ctr">
              <a:solidFill>
                <a:srgbClr val="C00000"/>
              </a:solidFill>
              <a:prstDash val="dash"/>
              <a:round/>
              <a:headEnd type="none" w="med" len="med"/>
              <a:tailEnd type="triangle"/>
            </a:ln>
            <a:effectLst/>
          </p:spPr>
        </p:cxnSp>
        <p:sp>
          <p:nvSpPr>
            <p:cNvPr id="18" name="乘号 17"/>
            <p:cNvSpPr/>
            <p:nvPr/>
          </p:nvSpPr>
          <p:spPr bwMode="auto">
            <a:xfrm>
              <a:off x="5879976" y="4833156"/>
              <a:ext cx="432048" cy="462478"/>
            </a:xfrm>
            <a:prstGeom prst="mathMultiply">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grpSp>
    </p:spTree>
    <p:extLst>
      <p:ext uri="{BB962C8B-B14F-4D97-AF65-F5344CB8AC3E}">
        <p14:creationId xmlns:p14="http://schemas.microsoft.com/office/powerpoint/2010/main" val="37028934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noAutofit/>
          </a:bodyPr>
          <a:lstStyle/>
          <a:p>
            <a:pPr fontAlgn="ctr"/>
            <a:r>
              <a:rPr lang="en-US"/>
              <a:t>Basic Concepts of Iptables - Chain</a:t>
            </a:r>
            <a:endParaRPr lang="en-US" altLang="zh-CN" dirty="0"/>
          </a:p>
        </p:txBody>
      </p:sp>
      <p:sp>
        <p:nvSpPr>
          <p:cNvPr id="3" name="文本占位符 2"/>
          <p:cNvSpPr>
            <a:spLocks noGrp="1"/>
          </p:cNvSpPr>
          <p:nvPr>
            <p:ph type="body" sz="quarter" idx="10"/>
          </p:nvPr>
        </p:nvSpPr>
        <p:spPr/>
        <p:txBody>
          <a:bodyPr wrap="square">
            <a:noAutofit/>
          </a:bodyPr>
          <a:lstStyle/>
          <a:p>
            <a:pPr fontAlgn="ctr">
              <a:lnSpc>
                <a:spcPct val="120000"/>
              </a:lnSpc>
            </a:pPr>
            <a:r>
              <a:rPr lang="en-US" sz="1800" dirty="0"/>
              <a:t>A chain is a path for transmitting data packets. Each chain contains one or more rules. When a data packet reaches a chain, </a:t>
            </a:r>
            <a:r>
              <a:rPr lang="en-US" sz="1800" dirty="0" err="1"/>
              <a:t>iptables</a:t>
            </a:r>
            <a:r>
              <a:rPr lang="en-US" sz="1800" dirty="0"/>
              <a:t> matches the packet with the first rule in the chain and checks whether the packet meets the conditions defined in the rule. </a:t>
            </a:r>
          </a:p>
          <a:p>
            <a:pPr fontAlgn="ctr">
              <a:lnSpc>
                <a:spcPct val="120000"/>
              </a:lnSpc>
            </a:pPr>
            <a:r>
              <a:rPr lang="en-US" sz="1800" dirty="0"/>
              <a:t>If yes, </a:t>
            </a:r>
            <a:r>
              <a:rPr lang="en-US" sz="1800" dirty="0" err="1"/>
              <a:t>iptables</a:t>
            </a:r>
            <a:r>
              <a:rPr lang="en-US" sz="1800" dirty="0"/>
              <a:t> processes the packet according to the action defined in the rule. If no, </a:t>
            </a:r>
            <a:r>
              <a:rPr lang="en-US" sz="1800" dirty="0" err="1"/>
              <a:t>iptables</a:t>
            </a:r>
            <a:r>
              <a:rPr lang="en-US" sz="1800" dirty="0"/>
              <a:t> matches the packet with the next rule.</a:t>
            </a:r>
          </a:p>
          <a:p>
            <a:pPr fontAlgn="ctr">
              <a:lnSpc>
                <a:spcPct val="120000"/>
              </a:lnSpc>
            </a:pPr>
            <a:r>
              <a:rPr lang="en-US" sz="1800" dirty="0"/>
              <a:t>If the packet does not match any rule in the chain, the default policy in the chain is used.</a:t>
            </a:r>
            <a:endParaRPr lang="en-US" altLang="zh-CN" sz="1800" dirty="0"/>
          </a:p>
        </p:txBody>
      </p:sp>
      <p:sp>
        <p:nvSpPr>
          <p:cNvPr id="6" name="圆角矩形 5"/>
          <p:cNvSpPr/>
          <p:nvPr/>
        </p:nvSpPr>
        <p:spPr bwMode="auto">
          <a:xfrm>
            <a:off x="1156714" y="3933057"/>
            <a:ext cx="9907838" cy="1996602"/>
          </a:xfrm>
          <a:prstGeom prst="roundRect">
            <a:avLst>
              <a:gd name="adj" fmla="val 16965"/>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fontAlgn="ctr"/>
            <a:r>
              <a:rPr lang="en-US" sz="1600" dirty="0">
                <a:latin typeface="微软雅黑" panose="020B0503020204020204" pitchFamily="34" charset="-122"/>
                <a:ea typeface="微软雅黑" panose="020B0503020204020204" pitchFamily="34" charset="-122"/>
              </a:rPr>
              <a:t>Chain</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Rule 1  Source address: 192.168.1.1  Destination address: any  Protocol: HTTP  Action: permit</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Rule 2  Source address: 192.168.1.2  Destination address: any  Protocol: DNS   Action: permit</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Rule 3  Source address: 192.168.1.3  Destination address: any  Protocol: ICMP  Action: deny</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Rule 4  Source address: 192.168.1.4  Destination address: any  Protocol: ARP    Action: deny</a:t>
            </a:r>
            <a:endParaRPr lang="en-US" altLang="zh-CN" sz="1600" dirty="0">
              <a:latin typeface="微软雅黑" panose="020B0503020204020204" pitchFamily="34" charset="-122"/>
              <a:ea typeface="微软雅黑" panose="020B0503020204020204" pitchFamily="34" charset="-122"/>
            </a:endParaRPr>
          </a:p>
          <a:p>
            <a:pPr fontAlgn="ctr"/>
            <a:r>
              <a:rPr lang="en-US" sz="1600" dirty="0">
                <a:latin typeface="微软雅黑" panose="020B0503020204020204" pitchFamily="34" charset="-122"/>
                <a:ea typeface="微软雅黑" panose="020B0503020204020204" pitchFamily="34" charset="-122"/>
              </a:rPr>
              <a:t>Rule 5  Source address: 192.168.1.5  Destination address: any  Protocol: IGMP  Action: deny</a:t>
            </a:r>
            <a:endParaRPr lang="en-US" altLang="zh-CN"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55771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Basic Concepts of Iptables - Table</a:t>
            </a:r>
            <a:endParaRPr lang="en-US" altLang="zh-CN" dirty="0"/>
          </a:p>
        </p:txBody>
      </p:sp>
      <p:sp>
        <p:nvSpPr>
          <p:cNvPr id="3" name="文本占位符 2"/>
          <p:cNvSpPr>
            <a:spLocks noGrp="1"/>
          </p:cNvSpPr>
          <p:nvPr>
            <p:ph type="body" sz="quarter" idx="10"/>
          </p:nvPr>
        </p:nvSpPr>
        <p:spPr/>
        <p:txBody>
          <a:bodyPr/>
          <a:lstStyle/>
          <a:p>
            <a:r>
              <a:rPr lang="en-US"/>
              <a:t>Tables provide specific functions. Iptables contains four tables:</a:t>
            </a:r>
            <a:endParaRPr lang="en-US" altLang="zh-CN"/>
          </a:p>
          <a:p>
            <a:pPr lvl="1"/>
            <a:r>
              <a:rPr lang="en-US"/>
              <a:t>filter table: permits or denies data packets.</a:t>
            </a:r>
            <a:endParaRPr lang="en-US" altLang="zh-CN"/>
          </a:p>
          <a:p>
            <a:pPr lvl="1"/>
            <a:r>
              <a:rPr lang="en-US"/>
              <a:t>nat table: translates addresses.</a:t>
            </a:r>
            <a:endParaRPr lang="en-US" altLang="zh-CN"/>
          </a:p>
          <a:p>
            <a:pPr lvl="1"/>
            <a:r>
              <a:rPr lang="en-US"/>
              <a:t>mangle table: modifies packet data.</a:t>
            </a:r>
            <a:endParaRPr lang="en-US" altLang="zh-CN"/>
          </a:p>
          <a:p>
            <a:pPr lvl="1"/>
            <a:r>
              <a:rPr lang="en-US"/>
              <a:t>raw table: determines whether data packets are processed using the state tracking mechanism.</a:t>
            </a:r>
            <a:endParaRPr lang="en-US" altLang="zh-CN"/>
          </a:p>
          <a:p>
            <a:r>
              <a:rPr lang="en-US"/>
              <a:t>Table priority: raw &gt; mangle &gt; nat &gt; filter.</a:t>
            </a:r>
            <a:endParaRPr lang="en-US" altLang="zh-CN" dirty="0"/>
          </a:p>
        </p:txBody>
      </p:sp>
    </p:spTree>
    <p:extLst>
      <p:ext uri="{BB962C8B-B14F-4D97-AF65-F5344CB8AC3E}">
        <p14:creationId xmlns:p14="http://schemas.microsoft.com/office/powerpoint/2010/main" val="1581711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t>Process of Transmitting Data Packets by Iptables</a:t>
            </a:r>
            <a:endParaRPr lang="en-US" altLang="zh-CN" dirty="0"/>
          </a:p>
        </p:txBody>
      </p:sp>
      <p:grpSp>
        <p:nvGrpSpPr>
          <p:cNvPr id="5" name="组合 4"/>
          <p:cNvGrpSpPr/>
          <p:nvPr/>
        </p:nvGrpSpPr>
        <p:grpSpPr>
          <a:xfrm>
            <a:off x="1686099" y="1129011"/>
            <a:ext cx="8819801" cy="5144305"/>
            <a:chOff x="2803355" y="1829280"/>
            <a:chExt cx="6816740" cy="3975984"/>
          </a:xfrm>
        </p:grpSpPr>
        <p:sp>
          <p:nvSpPr>
            <p:cNvPr id="4" name="圆角矩形 3"/>
            <p:cNvSpPr/>
            <p:nvPr/>
          </p:nvSpPr>
          <p:spPr bwMode="auto">
            <a:xfrm>
              <a:off x="2927648" y="3176972"/>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PREROUTING chain</a:t>
              </a:r>
            </a:p>
          </p:txBody>
        </p:sp>
        <p:sp>
          <p:nvSpPr>
            <p:cNvPr id="8" name="圆角矩形 7"/>
            <p:cNvSpPr/>
            <p:nvPr/>
          </p:nvSpPr>
          <p:spPr bwMode="auto">
            <a:xfrm>
              <a:off x="5393922" y="3176972"/>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FORWARD chain</a:t>
              </a:r>
            </a:p>
          </p:txBody>
        </p:sp>
        <p:sp>
          <p:nvSpPr>
            <p:cNvPr id="9" name="圆角矩形 8"/>
            <p:cNvSpPr/>
            <p:nvPr/>
          </p:nvSpPr>
          <p:spPr bwMode="auto">
            <a:xfrm>
              <a:off x="7860196" y="3176972"/>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POSTROUTING chain</a:t>
              </a:r>
            </a:p>
          </p:txBody>
        </p:sp>
        <p:sp>
          <p:nvSpPr>
            <p:cNvPr id="10" name="圆角矩形 9"/>
            <p:cNvSpPr/>
            <p:nvPr/>
          </p:nvSpPr>
          <p:spPr bwMode="auto">
            <a:xfrm>
              <a:off x="2944551" y="4905164"/>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INPUT chain</a:t>
              </a:r>
            </a:p>
          </p:txBody>
        </p:sp>
        <p:sp>
          <p:nvSpPr>
            <p:cNvPr id="11" name="圆角矩形 10"/>
            <p:cNvSpPr/>
            <p:nvPr/>
          </p:nvSpPr>
          <p:spPr bwMode="auto">
            <a:xfrm>
              <a:off x="7877099" y="4905164"/>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OUTPUT chain</a:t>
              </a:r>
            </a:p>
          </p:txBody>
        </p:sp>
        <p:sp>
          <p:nvSpPr>
            <p:cNvPr id="12" name="圆角矩形 11"/>
            <p:cNvSpPr/>
            <p:nvPr/>
          </p:nvSpPr>
          <p:spPr bwMode="auto">
            <a:xfrm>
              <a:off x="5410825" y="4905164"/>
              <a:ext cx="1548172" cy="900100"/>
            </a:xfrm>
            <a:prstGeom prst="round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Internal processing</a:t>
              </a:r>
            </a:p>
          </p:txBody>
        </p:sp>
        <p:sp>
          <p:nvSpPr>
            <p:cNvPr id="13" name="下箭头 12"/>
            <p:cNvSpPr/>
            <p:nvPr/>
          </p:nvSpPr>
          <p:spPr bwMode="auto">
            <a:xfrm>
              <a:off x="3583622" y="2348880"/>
              <a:ext cx="270030" cy="828092"/>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4" name="下箭头 13"/>
            <p:cNvSpPr/>
            <p:nvPr/>
          </p:nvSpPr>
          <p:spPr bwMode="auto">
            <a:xfrm>
              <a:off x="3566719" y="4077072"/>
              <a:ext cx="270030" cy="828092"/>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5" name="下箭头 14"/>
            <p:cNvSpPr/>
            <p:nvPr/>
          </p:nvSpPr>
          <p:spPr bwMode="auto">
            <a:xfrm flipV="1">
              <a:off x="8499267" y="2347009"/>
              <a:ext cx="270030" cy="828092"/>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6" name="下箭头 15"/>
            <p:cNvSpPr/>
            <p:nvPr/>
          </p:nvSpPr>
          <p:spPr bwMode="auto">
            <a:xfrm flipV="1">
              <a:off x="8499267" y="4077072"/>
              <a:ext cx="270030" cy="828092"/>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7" name="下箭头 16"/>
            <p:cNvSpPr/>
            <p:nvPr/>
          </p:nvSpPr>
          <p:spPr bwMode="auto">
            <a:xfrm rot="16200000">
              <a:off x="4828461" y="4896214"/>
              <a:ext cx="270000" cy="918000"/>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8" name="下箭头 17"/>
            <p:cNvSpPr/>
            <p:nvPr/>
          </p:nvSpPr>
          <p:spPr bwMode="auto">
            <a:xfrm rot="16200000">
              <a:off x="7283099" y="4896214"/>
              <a:ext cx="270000" cy="918000"/>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9" name="下箭头 18"/>
            <p:cNvSpPr/>
            <p:nvPr/>
          </p:nvSpPr>
          <p:spPr bwMode="auto">
            <a:xfrm rot="16200000">
              <a:off x="7266094" y="3168022"/>
              <a:ext cx="270000" cy="918000"/>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20" name="下箭头 19"/>
            <p:cNvSpPr/>
            <p:nvPr/>
          </p:nvSpPr>
          <p:spPr bwMode="auto">
            <a:xfrm rot="16200000">
              <a:off x="4799871" y="3168021"/>
              <a:ext cx="270000" cy="918000"/>
            </a:xfrm>
            <a:prstGeom prst="downArrow">
              <a:avLst/>
            </a:prstGeom>
            <a:solidFill>
              <a:schemeClr val="tx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21" name="文本框 20"/>
            <p:cNvSpPr txBox="1"/>
            <p:nvPr/>
          </p:nvSpPr>
          <p:spPr bwMode="auto">
            <a:xfrm>
              <a:off x="2803355" y="1829280"/>
              <a:ext cx="1830564"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Inbound data packets</a:t>
              </a:r>
            </a:p>
          </p:txBody>
        </p:sp>
        <p:sp>
          <p:nvSpPr>
            <p:cNvPr id="22" name="文本框 21"/>
            <p:cNvSpPr txBox="1"/>
            <p:nvPr/>
          </p:nvSpPr>
          <p:spPr bwMode="auto">
            <a:xfrm>
              <a:off x="7648467" y="1829280"/>
              <a:ext cx="1971628"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Outbound data packets</a:t>
              </a:r>
            </a:p>
          </p:txBody>
        </p:sp>
      </p:grpSp>
    </p:spTree>
    <p:extLst>
      <p:ext uri="{BB962C8B-B14F-4D97-AF65-F5344CB8AC3E}">
        <p14:creationId xmlns:p14="http://schemas.microsoft.com/office/powerpoint/2010/main" val="3451836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Iptables Rules</a:t>
            </a:r>
            <a:endParaRPr lang="en-US" altLang="zh-CN" dirty="0"/>
          </a:p>
        </p:txBody>
      </p:sp>
      <p:sp>
        <p:nvSpPr>
          <p:cNvPr id="5" name="文本占位符 4"/>
          <p:cNvSpPr>
            <a:spLocks noGrp="1"/>
          </p:cNvSpPr>
          <p:nvPr>
            <p:ph type="body" sz="quarter" idx="10"/>
          </p:nvPr>
        </p:nvSpPr>
        <p:spPr/>
        <p:txBody>
          <a:bodyPr/>
          <a:lstStyle/>
          <a:p>
            <a:pPr lvl="0"/>
            <a:r>
              <a:rPr lang="en-US" sz="1800" dirty="0" err="1"/>
              <a:t>Iptables</a:t>
            </a:r>
            <a:r>
              <a:rPr lang="en-US" sz="1800" dirty="0"/>
              <a:t> rules are complex.</a:t>
            </a:r>
            <a:endParaRPr lang="en-US" altLang="zh-CN" sz="1800" dirty="0"/>
          </a:p>
          <a:p>
            <a:r>
              <a:rPr lang="en-US" sz="1800" dirty="0"/>
              <a:t>Format: </a:t>
            </a:r>
            <a:r>
              <a:rPr lang="en-US" sz="1800" dirty="0" err="1"/>
              <a:t>iptables</a:t>
            </a:r>
            <a:r>
              <a:rPr lang="en-US" sz="1800" dirty="0"/>
              <a:t> [-t table] COMMAND chain </a:t>
            </a:r>
            <a:r>
              <a:rPr lang="en-US" altLang="zh-CN" sz="1800" dirty="0"/>
              <a:t>CRITERIA </a:t>
            </a:r>
            <a:r>
              <a:rPr lang="en-US" sz="1800" dirty="0"/>
              <a:t>-j ACTION</a:t>
            </a:r>
          </a:p>
          <a:p>
            <a:pPr lvl="1"/>
            <a:r>
              <a:rPr lang="en-US" sz="1800" dirty="0"/>
              <a:t>-t table: specifies the table to which the rule applies. It can be </a:t>
            </a:r>
            <a:r>
              <a:rPr lang="en-US" altLang="zh-CN" sz="1800" dirty="0"/>
              <a:t>filter, </a:t>
            </a:r>
            <a:r>
              <a:rPr lang="en-US" altLang="zh-CN" sz="1800" dirty="0" err="1"/>
              <a:t>nat</a:t>
            </a:r>
            <a:r>
              <a:rPr lang="en-US" altLang="zh-CN" sz="1800" dirty="0"/>
              <a:t>, mangle, or raw.</a:t>
            </a:r>
            <a:endParaRPr lang="en-US" sz="1800" dirty="0"/>
          </a:p>
          <a:p>
            <a:pPr lvl="1"/>
            <a:r>
              <a:rPr lang="en-US" sz="1800" dirty="0"/>
              <a:t>COMMAND: defines how to manage rules.</a:t>
            </a:r>
            <a:endParaRPr lang="en-US" altLang="zh-CN" sz="1800" dirty="0"/>
          </a:p>
          <a:p>
            <a:pPr lvl="1"/>
            <a:r>
              <a:rPr lang="en-US" sz="1800" dirty="0"/>
              <a:t>chain: specifies a chain, and can be omitted when you define a policy.</a:t>
            </a:r>
            <a:endParaRPr lang="en-US" altLang="zh-CN" sz="1800" dirty="0"/>
          </a:p>
          <a:p>
            <a:pPr lvl="1"/>
            <a:r>
              <a:rPr lang="en-US" sz="1800" dirty="0"/>
              <a:t>CRITERIA: specifies matching criteria.</a:t>
            </a:r>
            <a:endParaRPr lang="en-US" altLang="zh-CN" sz="1800" dirty="0"/>
          </a:p>
          <a:p>
            <a:pPr lvl="1"/>
            <a:r>
              <a:rPr lang="en-US" sz="1800" dirty="0"/>
              <a:t>-j ACTION: specifies the action to be taken.</a:t>
            </a:r>
            <a:endParaRPr lang="en-US" altLang="zh-CN" sz="1800" dirty="0"/>
          </a:p>
          <a:p>
            <a:pPr lvl="0"/>
            <a:r>
              <a:rPr lang="en-US" sz="1800" dirty="0"/>
              <a:t>For example, access to 172.16.0.0/16 is not allowed.</a:t>
            </a:r>
            <a:endParaRPr lang="en-US" altLang="zh-CN" sz="1800" dirty="0"/>
          </a:p>
          <a:p>
            <a:pPr lvl="1"/>
            <a:r>
              <a:rPr lang="en-US" sz="1800" dirty="0" err="1"/>
              <a:t>iptables</a:t>
            </a:r>
            <a:r>
              <a:rPr lang="en-US" sz="1800" dirty="0"/>
              <a:t> -t filter -A INPUT -s 172.16.0.0/16 -p </a:t>
            </a:r>
            <a:r>
              <a:rPr lang="en-US" sz="1800" dirty="0" err="1"/>
              <a:t>udp</a:t>
            </a:r>
            <a:r>
              <a:rPr lang="en-US" sz="1800" dirty="0"/>
              <a:t> --</a:t>
            </a:r>
            <a:r>
              <a:rPr lang="en-US" sz="1800" dirty="0" err="1"/>
              <a:t>dport</a:t>
            </a:r>
            <a:r>
              <a:rPr lang="en-US" sz="1800" dirty="0"/>
              <a:t> 53 -j DROP</a:t>
            </a:r>
            <a:endParaRPr lang="en-US" altLang="zh-CN" sz="1800" dirty="0"/>
          </a:p>
        </p:txBody>
      </p:sp>
    </p:spTree>
    <p:extLst>
      <p:ext uri="{BB962C8B-B14F-4D97-AF65-F5344CB8AC3E}">
        <p14:creationId xmlns:p14="http://schemas.microsoft.com/office/powerpoint/2010/main" val="27274874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dirty="0">
                <a:solidFill>
                  <a:schemeClr val="bg1">
                    <a:lumMod val="50000"/>
                  </a:schemeClr>
                </a:solidFill>
              </a:rPr>
              <a:t>Firewall Overview</a:t>
            </a:r>
            <a:endParaRPr lang="en-US" altLang="zh-CN" dirty="0">
              <a:solidFill>
                <a:schemeClr val="bg1">
                  <a:lumMod val="50000"/>
                </a:schemeClr>
              </a:solidFill>
            </a:endParaRPr>
          </a:p>
          <a:p>
            <a:r>
              <a:rPr lang="en-US" b="1" dirty="0"/>
              <a:t>Antivirus Software</a:t>
            </a:r>
            <a:endParaRPr lang="en-US" altLang="zh-CN" b="1" dirty="0"/>
          </a:p>
          <a:p>
            <a:endParaRPr lang="en-US" altLang="zh-CN" dirty="0"/>
          </a:p>
        </p:txBody>
      </p:sp>
    </p:spTree>
    <p:extLst>
      <p:ext uri="{BB962C8B-B14F-4D97-AF65-F5344CB8AC3E}">
        <p14:creationId xmlns:p14="http://schemas.microsoft.com/office/powerpoint/2010/main" val="2592528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t>What Is Antivirus Software?</a:t>
            </a:r>
            <a:endParaRPr lang="en-US" altLang="zh-CN" dirty="0"/>
          </a:p>
        </p:txBody>
      </p:sp>
      <p:sp>
        <p:nvSpPr>
          <p:cNvPr id="4" name="文本占位符 3"/>
          <p:cNvSpPr>
            <a:spLocks noGrp="1"/>
          </p:cNvSpPr>
          <p:nvPr>
            <p:ph type="body" sz="quarter" idx="10"/>
          </p:nvPr>
        </p:nvSpPr>
        <p:spPr/>
        <p:txBody>
          <a:bodyPr/>
          <a:lstStyle/>
          <a:p>
            <a:r>
              <a:rPr lang="en-US"/>
              <a:t>Antivirus software is a type of software used to remove computer viruses, malicious software, Trojan horses, and other computer threats.</a:t>
            </a:r>
            <a:endParaRPr lang="en-US" altLang="zh-CN"/>
          </a:p>
          <a:p>
            <a:r>
              <a:rPr lang="en-US"/>
              <a:t>Antivirus software provides functions such as monitoring, identification, virus scanning, virus clearing, automatic upgrade, and proactive defense.</a:t>
            </a:r>
            <a:endParaRPr lang="en-US" altLang="zh-CN" dirty="0"/>
          </a:p>
        </p:txBody>
      </p:sp>
    </p:spTree>
    <p:extLst>
      <p:ext uri="{BB962C8B-B14F-4D97-AF65-F5344CB8AC3E}">
        <p14:creationId xmlns:p14="http://schemas.microsoft.com/office/powerpoint/2010/main" val="2088077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Basic Functions of Antivirus Software</a:t>
            </a:r>
            <a:endParaRPr lang="en-US" altLang="zh-CN" dirty="0"/>
          </a:p>
        </p:txBody>
      </p:sp>
      <p:sp>
        <p:nvSpPr>
          <p:cNvPr id="3" name="文本占位符 2"/>
          <p:cNvSpPr>
            <a:spLocks noGrp="1"/>
          </p:cNvSpPr>
          <p:nvPr>
            <p:ph type="body" sz="quarter" idx="10"/>
          </p:nvPr>
        </p:nvSpPr>
        <p:spPr/>
        <p:txBody>
          <a:bodyPr/>
          <a:lstStyle/>
          <a:p>
            <a:r>
              <a:rPr lang="en-US"/>
              <a:t>Virus prevention: prevents viruses from attacking computers.</a:t>
            </a:r>
            <a:endParaRPr lang="en-US" altLang="zh-CN"/>
          </a:p>
          <a:p>
            <a:r>
              <a:rPr lang="en-US"/>
              <a:t>Virus identification: scans for viruses in the programs or files running on a computer and compares the viruses against the virus signature database to identify them.</a:t>
            </a:r>
            <a:endParaRPr lang="en-US" altLang="zh-CN"/>
          </a:p>
          <a:p>
            <a:r>
              <a:rPr lang="en-US"/>
              <a:t>Virus clearing: restores infected objects according to different types of viruses and their infection characteristics.</a:t>
            </a:r>
            <a:endParaRPr lang="en-US" altLang="zh-CN" dirty="0"/>
          </a:p>
        </p:txBody>
      </p:sp>
    </p:spTree>
    <p:extLst>
      <p:ext uri="{BB962C8B-B14F-4D97-AF65-F5344CB8AC3E}">
        <p14:creationId xmlns:p14="http://schemas.microsoft.com/office/powerpoint/2010/main" val="33247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t>Antivirus Software Components</a:t>
            </a:r>
            <a:endParaRPr lang="en-US" altLang="zh-CN" dirty="0"/>
          </a:p>
        </p:txBody>
      </p:sp>
      <p:sp>
        <p:nvSpPr>
          <p:cNvPr id="5" name="文本占位符 4"/>
          <p:cNvSpPr>
            <a:spLocks noGrp="1"/>
          </p:cNvSpPr>
          <p:nvPr>
            <p:ph type="body" sz="quarter" idx="10"/>
          </p:nvPr>
        </p:nvSpPr>
        <p:spPr/>
        <p:txBody>
          <a:bodyPr/>
          <a:lstStyle/>
          <a:p>
            <a:r>
              <a:rPr lang="en-US"/>
              <a:t>Antivirus software consists of scanners, a virus signature database, and a VM, which are integrated by a main program.</a:t>
            </a:r>
            <a:endParaRPr lang="en-US" altLang="zh-CN" dirty="0"/>
          </a:p>
        </p:txBody>
      </p:sp>
      <p:grpSp>
        <p:nvGrpSpPr>
          <p:cNvPr id="2" name="组合 1"/>
          <p:cNvGrpSpPr/>
          <p:nvPr/>
        </p:nvGrpSpPr>
        <p:grpSpPr>
          <a:xfrm>
            <a:off x="1415480" y="2292735"/>
            <a:ext cx="9512430" cy="3908573"/>
            <a:chOff x="2603612" y="2852936"/>
            <a:chExt cx="7272808" cy="2988332"/>
          </a:xfrm>
        </p:grpSpPr>
        <p:sp>
          <p:nvSpPr>
            <p:cNvPr id="6" name="矩形 5"/>
            <p:cNvSpPr/>
            <p:nvPr/>
          </p:nvSpPr>
          <p:spPr bwMode="auto">
            <a:xfrm>
              <a:off x="2603612" y="2852936"/>
              <a:ext cx="7272808" cy="2988332"/>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7" name="矩形 6"/>
            <p:cNvSpPr/>
            <p:nvPr/>
          </p:nvSpPr>
          <p:spPr bwMode="auto">
            <a:xfrm>
              <a:off x="3035660" y="3356992"/>
              <a:ext cx="2736304" cy="22322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8" name="矩形 7"/>
            <p:cNvSpPr/>
            <p:nvPr/>
          </p:nvSpPr>
          <p:spPr bwMode="auto">
            <a:xfrm>
              <a:off x="6708068" y="3356992"/>
              <a:ext cx="2736304" cy="2232248"/>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9" name="文本框 8"/>
            <p:cNvSpPr txBox="1"/>
            <p:nvPr/>
          </p:nvSpPr>
          <p:spPr bwMode="auto">
            <a:xfrm>
              <a:off x="5072669" y="2924945"/>
              <a:ext cx="2410402" cy="408725"/>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2000" dirty="0">
                  <a:solidFill>
                    <a:srgbClr val="000000"/>
                  </a:solidFill>
                  <a:latin typeface="微软雅黑" panose="020B0503020204020204" pitchFamily="34" charset="-122"/>
                  <a:ea typeface="微软雅黑" panose="020B0503020204020204" pitchFamily="34" charset="-122"/>
                </a:rPr>
                <a:t>Antivirus software</a:t>
              </a:r>
            </a:p>
          </p:txBody>
        </p:sp>
        <p:sp>
          <p:nvSpPr>
            <p:cNvPr id="10" name="矩形 9"/>
            <p:cNvSpPr/>
            <p:nvPr/>
          </p:nvSpPr>
          <p:spPr bwMode="auto">
            <a:xfrm>
              <a:off x="3287688" y="3825044"/>
              <a:ext cx="2232248" cy="15481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1" name="矩形 10"/>
            <p:cNvSpPr/>
            <p:nvPr/>
          </p:nvSpPr>
          <p:spPr bwMode="auto">
            <a:xfrm>
              <a:off x="6976874" y="3825044"/>
              <a:ext cx="2232248" cy="154817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12" name="文本框 11"/>
            <p:cNvSpPr txBox="1"/>
            <p:nvPr/>
          </p:nvSpPr>
          <p:spPr bwMode="auto">
            <a:xfrm>
              <a:off x="3164725" y="3383502"/>
              <a:ext cx="2478177" cy="347170"/>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600" dirty="0">
                  <a:solidFill>
                    <a:srgbClr val="000000"/>
                  </a:solidFill>
                  <a:latin typeface="微软雅黑" panose="020B0503020204020204" pitchFamily="34" charset="-122"/>
                  <a:ea typeface="微软雅黑" panose="020B0503020204020204" pitchFamily="34" charset="-122"/>
                </a:rPr>
                <a:t>Scanning component 1</a:t>
              </a:r>
            </a:p>
          </p:txBody>
        </p:sp>
        <p:sp>
          <p:nvSpPr>
            <p:cNvPr id="13" name="文本框 12"/>
            <p:cNvSpPr txBox="1"/>
            <p:nvPr/>
          </p:nvSpPr>
          <p:spPr bwMode="auto">
            <a:xfrm>
              <a:off x="6837133" y="3383502"/>
              <a:ext cx="2478177" cy="347170"/>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600" dirty="0">
                  <a:solidFill>
                    <a:srgbClr val="000000"/>
                  </a:solidFill>
                  <a:latin typeface="微软雅黑" panose="020B0503020204020204" pitchFamily="34" charset="-122"/>
                  <a:ea typeface="微软雅黑" panose="020B0503020204020204" pitchFamily="34" charset="-122"/>
                </a:rPr>
                <a:t>Scanning component 2</a:t>
              </a:r>
            </a:p>
          </p:txBody>
        </p:sp>
        <p:sp>
          <p:nvSpPr>
            <p:cNvPr id="14" name="文本框 13"/>
            <p:cNvSpPr txBox="1"/>
            <p:nvPr/>
          </p:nvSpPr>
          <p:spPr bwMode="auto">
            <a:xfrm>
              <a:off x="3287688" y="3873918"/>
              <a:ext cx="2232248"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200" dirty="0">
                  <a:solidFill>
                    <a:srgbClr val="000000"/>
                  </a:solidFill>
                  <a:latin typeface="微软雅黑" panose="020B0503020204020204" pitchFamily="34" charset="-122"/>
                  <a:ea typeface="微软雅黑" panose="020B0503020204020204" pitchFamily="34" charset="-122"/>
                </a:rPr>
                <a:t>Virus signature database</a:t>
              </a:r>
            </a:p>
          </p:txBody>
        </p:sp>
        <p:sp>
          <p:nvSpPr>
            <p:cNvPr id="15" name="文本框 14"/>
            <p:cNvSpPr txBox="1"/>
            <p:nvPr/>
          </p:nvSpPr>
          <p:spPr bwMode="auto">
            <a:xfrm>
              <a:off x="6976874" y="3873918"/>
              <a:ext cx="2232248"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altLang="zh-CN" sz="1200" dirty="0">
                  <a:solidFill>
                    <a:srgbClr val="000000"/>
                  </a:solidFill>
                  <a:latin typeface="微软雅黑" panose="020B0503020204020204" pitchFamily="34" charset="-122"/>
                  <a:ea typeface="微软雅黑" panose="020B0503020204020204" pitchFamily="34" charset="-122"/>
                </a:rPr>
                <a:t>Virus signature database</a:t>
              </a:r>
            </a:p>
          </p:txBody>
        </p:sp>
        <p:sp>
          <p:nvSpPr>
            <p:cNvPr id="16" name="矩形 15"/>
            <p:cNvSpPr/>
            <p:nvPr/>
          </p:nvSpPr>
          <p:spPr bwMode="auto">
            <a:xfrm>
              <a:off x="3375848" y="4228507"/>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1</a:t>
              </a:r>
              <a:endParaRPr lang="en-US" altLang="zh-CN" sz="1050" dirty="0">
                <a:latin typeface="微软雅黑" panose="020B0503020204020204" pitchFamily="34" charset="-122"/>
                <a:ea typeface="微软雅黑" panose="020B0503020204020204" pitchFamily="34" charset="-122"/>
              </a:endParaRPr>
            </a:p>
          </p:txBody>
        </p:sp>
        <p:sp>
          <p:nvSpPr>
            <p:cNvPr id="17" name="矩形 16"/>
            <p:cNvSpPr/>
            <p:nvPr/>
          </p:nvSpPr>
          <p:spPr bwMode="auto">
            <a:xfrm>
              <a:off x="4597510" y="4228507"/>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2</a:t>
              </a:r>
              <a:endParaRPr lang="en-US" altLang="zh-CN" sz="1050" dirty="0">
                <a:latin typeface="微软雅黑" panose="020B0503020204020204" pitchFamily="34" charset="-122"/>
                <a:ea typeface="微软雅黑" panose="020B0503020204020204" pitchFamily="34" charset="-122"/>
              </a:endParaRPr>
            </a:p>
          </p:txBody>
        </p:sp>
        <p:sp>
          <p:nvSpPr>
            <p:cNvPr id="18" name="矩形 17"/>
            <p:cNvSpPr/>
            <p:nvPr/>
          </p:nvSpPr>
          <p:spPr bwMode="auto">
            <a:xfrm>
              <a:off x="4597510" y="4867170"/>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4</a:t>
              </a:r>
              <a:endParaRPr lang="en-US" altLang="zh-CN" sz="1050" dirty="0">
                <a:latin typeface="微软雅黑" panose="020B0503020204020204" pitchFamily="34" charset="-122"/>
                <a:ea typeface="微软雅黑" panose="020B0503020204020204" pitchFamily="34" charset="-122"/>
              </a:endParaRPr>
            </a:p>
          </p:txBody>
        </p:sp>
        <p:sp>
          <p:nvSpPr>
            <p:cNvPr id="19" name="矩形 18"/>
            <p:cNvSpPr/>
            <p:nvPr/>
          </p:nvSpPr>
          <p:spPr bwMode="auto">
            <a:xfrm>
              <a:off x="3375848" y="4867170"/>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3</a:t>
              </a:r>
              <a:endParaRPr lang="en-US" altLang="zh-CN" sz="1050" dirty="0">
                <a:latin typeface="微软雅黑" panose="020B0503020204020204" pitchFamily="34" charset="-122"/>
                <a:ea typeface="微软雅黑" panose="020B0503020204020204" pitchFamily="34" charset="-122"/>
              </a:endParaRPr>
            </a:p>
          </p:txBody>
        </p:sp>
        <p:sp>
          <p:nvSpPr>
            <p:cNvPr id="23" name="矩形 22"/>
            <p:cNvSpPr/>
            <p:nvPr/>
          </p:nvSpPr>
          <p:spPr bwMode="auto">
            <a:xfrm>
              <a:off x="7048256" y="4228507"/>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1</a:t>
              </a:r>
              <a:endParaRPr lang="en-US" altLang="zh-CN" sz="1050" dirty="0">
                <a:latin typeface="微软雅黑" panose="020B0503020204020204" pitchFamily="34" charset="-122"/>
                <a:ea typeface="微软雅黑" panose="020B0503020204020204" pitchFamily="34" charset="-122"/>
              </a:endParaRPr>
            </a:p>
          </p:txBody>
        </p:sp>
        <p:sp>
          <p:nvSpPr>
            <p:cNvPr id="24" name="矩形 23"/>
            <p:cNvSpPr/>
            <p:nvPr/>
          </p:nvSpPr>
          <p:spPr bwMode="auto">
            <a:xfrm>
              <a:off x="7048256" y="4867170"/>
              <a:ext cx="828092" cy="282806"/>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050" dirty="0">
                  <a:latin typeface="微软雅黑" panose="020B0503020204020204" pitchFamily="34" charset="-122"/>
                  <a:ea typeface="微软雅黑" panose="020B0503020204020204" pitchFamily="34" charset="-122"/>
                </a:rPr>
                <a:t>Scanner 2</a:t>
              </a:r>
              <a:endParaRPr lang="en-US" altLang="zh-CN" sz="1050" dirty="0">
                <a:latin typeface="微软雅黑" panose="020B0503020204020204" pitchFamily="34" charset="-122"/>
                <a:ea typeface="微软雅黑" panose="020B0503020204020204" pitchFamily="34" charset="-122"/>
              </a:endParaRPr>
            </a:p>
          </p:txBody>
        </p:sp>
        <p:sp>
          <p:nvSpPr>
            <p:cNvPr id="25" name="矩形 24"/>
            <p:cNvSpPr/>
            <p:nvPr/>
          </p:nvSpPr>
          <p:spPr bwMode="auto">
            <a:xfrm>
              <a:off x="8220236" y="4226315"/>
              <a:ext cx="864096" cy="973021"/>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26" name="文本框 25"/>
            <p:cNvSpPr txBox="1"/>
            <p:nvPr/>
          </p:nvSpPr>
          <p:spPr bwMode="auto">
            <a:xfrm>
              <a:off x="8413271" y="4221226"/>
              <a:ext cx="498468"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VM</a:t>
              </a:r>
            </a:p>
          </p:txBody>
        </p:sp>
        <p:sp>
          <p:nvSpPr>
            <p:cNvPr id="27" name="矩形 26"/>
            <p:cNvSpPr/>
            <p:nvPr/>
          </p:nvSpPr>
          <p:spPr bwMode="auto">
            <a:xfrm>
              <a:off x="8271747" y="4867171"/>
              <a:ext cx="776526" cy="276999"/>
            </a:xfrm>
            <a:prstGeom prst="rect">
              <a:avLst/>
            </a:prstGeom>
            <a:solidFill>
              <a:schemeClr val="bg1">
                <a:lumMod val="95000"/>
              </a:schemeClr>
            </a:solidFill>
            <a:ln w="9525" cap="flat" cmpd="sng" algn="ctr">
              <a:solidFill>
                <a:schemeClr val="tx1"/>
              </a:solidFill>
              <a:prstDash val="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200" dirty="0">
                  <a:latin typeface="微软雅黑" panose="020B0503020204020204" pitchFamily="34" charset="-122"/>
                  <a:ea typeface="微软雅黑" panose="020B0503020204020204" pitchFamily="34" charset="-122"/>
                </a:rPr>
                <a:t>Scanner</a:t>
              </a:r>
            </a:p>
          </p:txBody>
        </p:sp>
      </p:grpSp>
    </p:spTree>
    <p:extLst>
      <p:ext uri="{BB962C8B-B14F-4D97-AF65-F5344CB8AC3E}">
        <p14:creationId xmlns:p14="http://schemas.microsoft.com/office/powerpoint/2010/main" val="28635915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12285" y="260648"/>
            <a:ext cx="11279715" cy="868363"/>
          </a:xfrm>
        </p:spPr>
        <p:txBody>
          <a:bodyPr>
            <a:normAutofit fontScale="90000"/>
          </a:bodyPr>
          <a:lstStyle/>
          <a:p>
            <a:r>
              <a:rPr lang="en-US" dirty="0"/>
              <a:t>Key Technologies of Antivirus Software - Unpacking</a:t>
            </a:r>
            <a:endParaRPr lang="en-US" altLang="zh-CN" dirty="0"/>
          </a:p>
        </p:txBody>
      </p:sp>
      <p:sp>
        <p:nvSpPr>
          <p:cNvPr id="3" name="文本占位符 2"/>
          <p:cNvSpPr>
            <a:spLocks noGrp="1"/>
          </p:cNvSpPr>
          <p:nvPr>
            <p:ph type="body" sz="quarter" idx="10"/>
          </p:nvPr>
        </p:nvSpPr>
        <p:spPr/>
        <p:txBody>
          <a:bodyPr/>
          <a:lstStyle/>
          <a:p>
            <a:r>
              <a:rPr lang="en-US"/>
              <a:t>The unpacking technology is commonly used by antivirus software. This technology can be used to analyze compressed files, files with misleading instructions, and packed files.</a:t>
            </a:r>
            <a:endParaRPr lang="en-US" altLang="zh-CN" dirty="0"/>
          </a:p>
        </p:txBody>
      </p:sp>
      <p:grpSp>
        <p:nvGrpSpPr>
          <p:cNvPr id="11" name="组合 10"/>
          <p:cNvGrpSpPr/>
          <p:nvPr/>
        </p:nvGrpSpPr>
        <p:grpSpPr>
          <a:xfrm>
            <a:off x="2567608" y="2722606"/>
            <a:ext cx="2522199" cy="2412269"/>
            <a:chOff x="1151620" y="2816932"/>
            <a:chExt cx="2522199" cy="2412269"/>
          </a:xfrm>
        </p:grpSpPr>
        <p:sp>
          <p:nvSpPr>
            <p:cNvPr id="4" name="椭圆 3"/>
            <p:cNvSpPr/>
            <p:nvPr/>
          </p:nvSpPr>
          <p:spPr bwMode="auto">
            <a:xfrm>
              <a:off x="1151620" y="2816932"/>
              <a:ext cx="2412269" cy="2412269"/>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5" name="椭圆 4"/>
            <p:cNvSpPr/>
            <p:nvPr/>
          </p:nvSpPr>
          <p:spPr bwMode="auto">
            <a:xfrm>
              <a:off x="1523731" y="3189043"/>
              <a:ext cx="1668046" cy="1668046"/>
            </a:xfrm>
            <a:prstGeom prst="ellipse">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latin typeface="微软雅黑" panose="020B0503020204020204" pitchFamily="34" charset="-122"/>
                <a:ea typeface="微软雅黑" panose="020B0503020204020204" pitchFamily="34" charset="-122"/>
              </a:endParaRPr>
            </a:p>
          </p:txBody>
        </p:sp>
        <p:sp>
          <p:nvSpPr>
            <p:cNvPr id="6" name="椭圆 5"/>
            <p:cNvSpPr/>
            <p:nvPr/>
          </p:nvSpPr>
          <p:spPr bwMode="gray">
            <a:xfrm>
              <a:off x="1925168" y="3590480"/>
              <a:ext cx="865172" cy="865172"/>
            </a:xfrm>
            <a:prstGeom prst="ellipse">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400" dirty="0">
                  <a:latin typeface="微软雅黑" panose="020B0503020204020204" pitchFamily="34" charset="-122"/>
                  <a:ea typeface="微软雅黑" panose="020B0503020204020204" pitchFamily="34" charset="-122"/>
                </a:rPr>
                <a:t>Virus</a:t>
              </a:r>
            </a:p>
          </p:txBody>
        </p:sp>
        <p:sp>
          <p:nvSpPr>
            <p:cNvPr id="7" name="文本框 6"/>
            <p:cNvSpPr txBox="1"/>
            <p:nvPr/>
          </p:nvSpPr>
          <p:spPr bwMode="auto">
            <a:xfrm>
              <a:off x="2700146" y="3864870"/>
              <a:ext cx="581825" cy="239448"/>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900" dirty="0">
                  <a:solidFill>
                    <a:srgbClr val="000000"/>
                  </a:solidFill>
                  <a:latin typeface="微软雅黑" panose="020B0503020204020204" pitchFamily="34" charset="-122"/>
                  <a:ea typeface="微软雅黑" panose="020B0503020204020204" pitchFamily="34" charset="-122"/>
                </a:rPr>
                <a:t>Shell A</a:t>
              </a:r>
              <a:endParaRPr lang="en-US" altLang="zh-CN" sz="900" dirty="0">
                <a:solidFill>
                  <a:srgbClr val="000000"/>
                </a:solidFill>
                <a:latin typeface="微软雅黑" panose="020B0503020204020204" pitchFamily="34" charset="-122"/>
                <a:ea typeface="微软雅黑" panose="020B0503020204020204" pitchFamily="34" charset="-122"/>
                <a:cs typeface="Arial" pitchFamily="34" charset="0"/>
              </a:endParaRPr>
            </a:p>
          </p:txBody>
        </p:sp>
        <p:sp>
          <p:nvSpPr>
            <p:cNvPr id="10" name="文本框 9"/>
            <p:cNvSpPr txBox="1"/>
            <p:nvPr/>
          </p:nvSpPr>
          <p:spPr bwMode="auto">
            <a:xfrm>
              <a:off x="3101613" y="3864870"/>
              <a:ext cx="572206" cy="239448"/>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900" dirty="0">
                  <a:solidFill>
                    <a:srgbClr val="000000"/>
                  </a:solidFill>
                  <a:latin typeface="微软雅黑" panose="020B0503020204020204" pitchFamily="34" charset="-122"/>
                  <a:ea typeface="微软雅黑" panose="020B0503020204020204" pitchFamily="34" charset="-122"/>
                </a:rPr>
                <a:t>Shell B</a:t>
              </a:r>
              <a:endParaRPr lang="en-US" altLang="zh-CN" sz="900" dirty="0">
                <a:solidFill>
                  <a:srgbClr val="000000"/>
                </a:solidFill>
                <a:latin typeface="微软雅黑" panose="020B0503020204020204" pitchFamily="34" charset="-122"/>
                <a:ea typeface="微软雅黑" panose="020B0503020204020204" pitchFamily="34" charset="-122"/>
                <a:cs typeface="Arial" pitchFamily="34" charset="0"/>
              </a:endParaRPr>
            </a:p>
          </p:txBody>
        </p:sp>
      </p:grpSp>
      <p:graphicFrame>
        <p:nvGraphicFramePr>
          <p:cNvPr id="12" name="表格 11"/>
          <p:cNvGraphicFramePr>
            <a:graphicFrameLocks noGrp="1"/>
          </p:cNvGraphicFramePr>
          <p:nvPr/>
        </p:nvGraphicFramePr>
        <p:xfrm>
          <a:off x="7428148" y="2445381"/>
          <a:ext cx="2058997" cy="1325163"/>
        </p:xfrm>
        <a:graphic>
          <a:graphicData uri="http://schemas.openxmlformats.org/drawingml/2006/table">
            <a:tbl>
              <a:tblPr firstRow="1" bandRow="1">
                <a:tableStyleId>{5C22544A-7EE6-4342-B048-85BDC9FD1C3A}</a:tableStyleId>
              </a:tblPr>
              <a:tblGrid>
                <a:gridCol w="2058997">
                  <a:extLst>
                    <a:ext uri="{9D8B030D-6E8A-4147-A177-3AD203B41FA5}">
                      <a16:colId xmlns:a16="http://schemas.microsoft.com/office/drawing/2014/main" val="20000"/>
                    </a:ext>
                  </a:extLst>
                </a:gridCol>
              </a:tblGrid>
              <a:tr h="441721">
                <a:tc>
                  <a:txBody>
                    <a:bodyPr/>
                    <a:lstStyle/>
                    <a:p>
                      <a:pPr algn="ctr" fontAlgn="ctr"/>
                      <a:r>
                        <a:rPr lang="en-US" dirty="0">
                          <a:solidFill>
                            <a:schemeClr val="tx1"/>
                          </a:solidFill>
                        </a:rPr>
                        <a:t>Variant virus B</a:t>
                      </a:r>
                      <a:endParaRPr lang="en-US" altLang="zh-CN" b="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41721">
                <a:tc>
                  <a:txBody>
                    <a:bodyPr/>
                    <a:lstStyle/>
                    <a:p>
                      <a:pPr algn="ctr" fontAlgn="ctr"/>
                      <a:r>
                        <a:rPr lang="en-US" dirty="0">
                          <a:solidFill>
                            <a:schemeClr val="tx1"/>
                          </a:solidFill>
                        </a:rPr>
                        <a:t>Variant virus A</a:t>
                      </a:r>
                      <a:endParaRPr lang="en-US" altLang="zh-CN" b="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441721">
                <a:tc>
                  <a:txBody>
                    <a:bodyPr/>
                    <a:lstStyle/>
                    <a:p>
                      <a:pPr algn="ctr" fontAlgn="ctr"/>
                      <a:r>
                        <a:rPr lang="en-US" dirty="0">
                          <a:solidFill>
                            <a:schemeClr val="tx1"/>
                          </a:solidFill>
                        </a:rPr>
                        <a:t>Virus</a:t>
                      </a:r>
                      <a:endParaRPr lang="en-US" altLang="zh-CN" b="0" dirty="0">
                        <a:solidFill>
                          <a:schemeClr val="tx1"/>
                        </a:solidFill>
                        <a:latin typeface="+mn-lt"/>
                        <a:ea typeface="+mn-ea"/>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3" name="表格 12"/>
          <p:cNvGraphicFramePr>
            <a:graphicFrameLocks noGrp="1"/>
          </p:cNvGraphicFramePr>
          <p:nvPr/>
        </p:nvGraphicFramePr>
        <p:xfrm>
          <a:off x="7428143" y="4158943"/>
          <a:ext cx="2059004" cy="1479986"/>
        </p:xfrm>
        <a:graphic>
          <a:graphicData uri="http://schemas.openxmlformats.org/drawingml/2006/table">
            <a:tbl>
              <a:tblPr firstRow="1" bandRow="1">
                <a:tableStyleId>{5C22544A-7EE6-4342-B048-85BDC9FD1C3A}</a:tableStyleId>
              </a:tblPr>
              <a:tblGrid>
                <a:gridCol w="1029502">
                  <a:extLst>
                    <a:ext uri="{9D8B030D-6E8A-4147-A177-3AD203B41FA5}">
                      <a16:colId xmlns:a16="http://schemas.microsoft.com/office/drawing/2014/main" val="20000"/>
                    </a:ext>
                  </a:extLst>
                </a:gridCol>
                <a:gridCol w="1029502">
                  <a:extLst>
                    <a:ext uri="{9D8B030D-6E8A-4147-A177-3AD203B41FA5}">
                      <a16:colId xmlns:a16="http://schemas.microsoft.com/office/drawing/2014/main" val="20001"/>
                    </a:ext>
                  </a:extLst>
                </a:gridCol>
              </a:tblGrid>
              <a:tr h="1479986">
                <a:tc>
                  <a:txBody>
                    <a:bodyPr/>
                    <a:lstStyle/>
                    <a:p>
                      <a:pPr algn="ctr" fontAlgn="ctr"/>
                      <a:r>
                        <a:rPr lang="en-US" dirty="0">
                          <a:solidFill>
                            <a:schemeClr val="tx1"/>
                          </a:solidFill>
                        </a:rPr>
                        <a:t>Unpacking engine</a:t>
                      </a:r>
                      <a:endParaRPr lang="en-US" altLang="zh-CN" b="0" dirty="0">
                        <a:solidFill>
                          <a:schemeClr val="tx1"/>
                        </a:solidFill>
                        <a:latin typeface="+mn-ea"/>
                        <a:ea typeface="+mn-ea"/>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dirty="0">
                          <a:solidFill>
                            <a:schemeClr val="tx1"/>
                          </a:solidFill>
                        </a:rPr>
                        <a:t>Virus</a:t>
                      </a:r>
                      <a:endParaRPr lang="en-US" altLang="zh-CN" b="0" dirty="0">
                        <a:solidFill>
                          <a:schemeClr val="tx1"/>
                        </a:solidFill>
                        <a:latin typeface="+mn-ea"/>
                        <a:ea typeface="+mn-ea"/>
                      </a:endParaRPr>
                    </a:p>
                  </a:txBody>
                  <a:tcPr vert="eaVert"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cxnSp>
        <p:nvCxnSpPr>
          <p:cNvPr id="15" name="直接箭头连接符 14"/>
          <p:cNvCxnSpPr>
            <a:stCxn id="6" idx="7"/>
          </p:cNvCxnSpPr>
          <p:nvPr/>
        </p:nvCxnSpPr>
        <p:spPr bwMode="auto">
          <a:xfrm flipV="1">
            <a:off x="4079625" y="3496153"/>
            <a:ext cx="3348520" cy="126702"/>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7" name="直接箭头连接符 16"/>
          <p:cNvCxnSpPr>
            <a:stCxn id="5" idx="7"/>
            <a:endCxn id="12" idx="1"/>
          </p:cNvCxnSpPr>
          <p:nvPr/>
        </p:nvCxnSpPr>
        <p:spPr bwMode="auto">
          <a:xfrm flipV="1">
            <a:off x="4363485" y="3107962"/>
            <a:ext cx="3064663" cy="231035"/>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直接箭头连接符 18"/>
          <p:cNvCxnSpPr>
            <a:stCxn id="4" idx="7"/>
          </p:cNvCxnSpPr>
          <p:nvPr/>
        </p:nvCxnSpPr>
        <p:spPr bwMode="auto">
          <a:xfrm flipV="1">
            <a:off x="4626607" y="2662124"/>
            <a:ext cx="2801538" cy="41375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1" name="直接箭头连接符 20"/>
          <p:cNvCxnSpPr>
            <a:stCxn id="6" idx="5"/>
            <a:endCxn id="13" idx="1"/>
          </p:cNvCxnSpPr>
          <p:nvPr/>
        </p:nvCxnSpPr>
        <p:spPr bwMode="auto">
          <a:xfrm>
            <a:off x="4079625" y="4234624"/>
            <a:ext cx="3348518" cy="664313"/>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3" name="直接箭头连接符 22"/>
          <p:cNvCxnSpPr>
            <a:stCxn id="5" idx="5"/>
            <a:endCxn id="13" idx="1"/>
          </p:cNvCxnSpPr>
          <p:nvPr/>
        </p:nvCxnSpPr>
        <p:spPr bwMode="auto">
          <a:xfrm>
            <a:off x="4363485" y="4518482"/>
            <a:ext cx="3064659" cy="38045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5" name="直接箭头连接符 24"/>
          <p:cNvCxnSpPr>
            <a:stCxn id="4" idx="5"/>
            <a:endCxn id="13" idx="1"/>
          </p:cNvCxnSpPr>
          <p:nvPr/>
        </p:nvCxnSpPr>
        <p:spPr bwMode="auto">
          <a:xfrm>
            <a:off x="4626607" y="4781606"/>
            <a:ext cx="2801536" cy="117331"/>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7" name="直接箭头连接符 26"/>
          <p:cNvCxnSpPr/>
          <p:nvPr/>
        </p:nvCxnSpPr>
        <p:spPr bwMode="auto">
          <a:xfrm>
            <a:off x="8292243" y="4898936"/>
            <a:ext cx="39604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28" name="文本框 27"/>
          <p:cNvSpPr txBox="1"/>
          <p:nvPr/>
        </p:nvSpPr>
        <p:spPr bwMode="auto">
          <a:xfrm>
            <a:off x="6159847" y="5710937"/>
            <a:ext cx="3993335"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Antivirus software with unpacking capability</a:t>
            </a:r>
          </a:p>
        </p:txBody>
      </p:sp>
      <p:sp>
        <p:nvSpPr>
          <p:cNvPr id="29" name="文本框 28"/>
          <p:cNvSpPr txBox="1"/>
          <p:nvPr/>
        </p:nvSpPr>
        <p:spPr bwMode="auto">
          <a:xfrm>
            <a:off x="6095698" y="3791873"/>
            <a:ext cx="4285083"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Antivirus software without unpacking capability</a:t>
            </a:r>
          </a:p>
        </p:txBody>
      </p:sp>
      <p:sp>
        <p:nvSpPr>
          <p:cNvPr id="30" name="文本框 29"/>
          <p:cNvSpPr txBox="1"/>
          <p:nvPr/>
        </p:nvSpPr>
        <p:spPr bwMode="auto">
          <a:xfrm>
            <a:off x="3236769" y="5170877"/>
            <a:ext cx="1073947" cy="316392"/>
          </a:xfrm>
          <a:prstGeom prst="rect">
            <a:avLst/>
          </a:prstGeom>
          <a:noFill/>
          <a:ln w="9525">
            <a:noFill/>
            <a:miter lim="800000"/>
            <a:headEnd/>
            <a:tailEnd/>
          </a:ln>
        </p:spPr>
        <p:txBody>
          <a:bodyPr wrap="square" lIns="99980" tIns="49986" rIns="99980" bIns="49986" rtlCol="0">
            <a:noAutofit/>
          </a:bodyPr>
          <a:lstStyle/>
          <a:p>
            <a:pPr algn="ctr" defTabSz="1001649" eaLnBrk="0" fontAlgn="ctr" hangingPunct="0"/>
            <a:r>
              <a:rPr lang="en-US" sz="1400" dirty="0">
                <a:solidFill>
                  <a:srgbClr val="000000"/>
                </a:solidFill>
                <a:latin typeface="微软雅黑" panose="020B0503020204020204" pitchFamily="34" charset="-122"/>
                <a:ea typeface="微软雅黑" panose="020B0503020204020204" pitchFamily="34" charset="-122"/>
              </a:rPr>
              <a:t>Shell virus</a:t>
            </a:r>
          </a:p>
        </p:txBody>
      </p:sp>
    </p:spTree>
    <p:extLst>
      <p:ext uri="{BB962C8B-B14F-4D97-AF65-F5344CB8AC3E}">
        <p14:creationId xmlns:p14="http://schemas.microsoft.com/office/powerpoint/2010/main" val="35322002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08063" y="309130"/>
            <a:ext cx="11280575" cy="868363"/>
          </a:xfrm>
        </p:spPr>
        <p:txBody>
          <a:bodyPr>
            <a:normAutofit fontScale="90000"/>
          </a:bodyPr>
          <a:lstStyle/>
          <a:p>
            <a:r>
              <a:rPr lang="en-US" dirty="0"/>
              <a:t>Key Technologies of Antivirus Software - Self-</a:t>
            </a:r>
            <a:br>
              <a:rPr lang="en-US" dirty="0"/>
            </a:br>
            <a:r>
              <a:rPr lang="en-US" dirty="0"/>
              <a:t>protection</a:t>
            </a:r>
            <a:endParaRPr lang="en-US" altLang="zh-CN" dirty="0"/>
          </a:p>
        </p:txBody>
      </p:sp>
      <p:sp>
        <p:nvSpPr>
          <p:cNvPr id="3" name="文本占位符 2"/>
          <p:cNvSpPr>
            <a:spLocks noGrp="1"/>
          </p:cNvSpPr>
          <p:nvPr>
            <p:ph type="body" sz="quarter" idx="10"/>
          </p:nvPr>
        </p:nvSpPr>
        <p:spPr/>
        <p:txBody>
          <a:bodyPr/>
          <a:lstStyle/>
          <a:p>
            <a:r>
              <a:rPr lang="en-US"/>
              <a:t>The self-protection technology prevents viruses from ending the running process of antivirus software or tampering with antivirus software files.</a:t>
            </a:r>
            <a:endParaRPr lang="en-US" altLang="zh-CN" dirty="0"/>
          </a:p>
        </p:txBody>
      </p:sp>
      <p:grpSp>
        <p:nvGrpSpPr>
          <p:cNvPr id="4" name="组合 3"/>
          <p:cNvGrpSpPr/>
          <p:nvPr/>
        </p:nvGrpSpPr>
        <p:grpSpPr>
          <a:xfrm>
            <a:off x="3611725" y="2240868"/>
            <a:ext cx="4650162" cy="4138152"/>
            <a:chOff x="4265414" y="2521736"/>
            <a:chExt cx="4134842" cy="3679573"/>
          </a:xfrm>
        </p:grpSpPr>
        <p:pic>
          <p:nvPicPr>
            <p:cNvPr id="6" name="图片 5"/>
            <p:cNvPicPr>
              <a:picLocks noChangeAspect="1"/>
            </p:cNvPicPr>
            <p:nvPr/>
          </p:nvPicPr>
          <p:blipFill>
            <a:blip r:embed="rId3"/>
            <a:stretch>
              <a:fillRect/>
            </a:stretch>
          </p:blipFill>
          <p:spPr>
            <a:xfrm>
              <a:off x="4265414" y="2521736"/>
              <a:ext cx="4134842" cy="3679573"/>
            </a:xfrm>
            <a:prstGeom prst="rect">
              <a:avLst/>
            </a:prstGeom>
            <a:ln>
              <a:solidFill>
                <a:schemeClr val="bg1">
                  <a:lumMod val="85000"/>
                </a:schemeClr>
              </a:solidFill>
            </a:ln>
          </p:spPr>
        </p:pic>
        <p:sp>
          <p:nvSpPr>
            <p:cNvPr id="5" name="矩形 4"/>
            <p:cNvSpPr/>
            <p:nvPr/>
          </p:nvSpPr>
          <p:spPr bwMode="auto">
            <a:xfrm>
              <a:off x="4295800" y="4501955"/>
              <a:ext cx="1584176" cy="216024"/>
            </a:xfrm>
            <a:prstGeom prst="rect">
              <a:avLst/>
            </a:prstGeom>
            <a:no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cxnSp>
          <p:nvCxnSpPr>
            <p:cNvPr id="7" name="直接箭头连接符 6"/>
            <p:cNvCxnSpPr/>
            <p:nvPr/>
          </p:nvCxnSpPr>
          <p:spPr bwMode="auto">
            <a:xfrm>
              <a:off x="5339917" y="4717979"/>
              <a:ext cx="2439845" cy="1186050"/>
            </a:xfrm>
            <a:prstGeom prst="straightConnector1">
              <a:avLst/>
            </a:prstGeom>
            <a:solidFill>
              <a:schemeClr val="accent1"/>
            </a:solidFill>
            <a:ln w="9525" cap="flat" cmpd="sng" algn="ctr">
              <a:solidFill>
                <a:srgbClr val="990000"/>
              </a:solidFill>
              <a:prstDash val="solid"/>
              <a:round/>
              <a:headEnd type="none" w="med" len="med"/>
              <a:tailEnd type="triangle"/>
            </a:ln>
            <a:effectLst/>
          </p:spPr>
        </p:cxnSp>
        <p:sp>
          <p:nvSpPr>
            <p:cNvPr id="9" name="矩形 8"/>
            <p:cNvSpPr/>
            <p:nvPr/>
          </p:nvSpPr>
          <p:spPr bwMode="auto">
            <a:xfrm>
              <a:off x="7788188" y="5942116"/>
              <a:ext cx="612068" cy="180429"/>
            </a:xfrm>
            <a:prstGeom prst="rect">
              <a:avLst/>
            </a:prstGeom>
            <a:noFill/>
            <a:ln w="9525" cap="flat" cmpd="sng" algn="ctr">
              <a:solidFill>
                <a:srgbClr val="99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fontAlgn="ctr"/>
              <a:endParaRPr lang="en-US" altLang="zh-CN" dirty="0">
                <a:ea typeface="宋体" pitchFamily="2" charset="-122"/>
              </a:endParaRPr>
            </a:p>
          </p:txBody>
        </p:sp>
      </p:grpSp>
    </p:spTree>
    <p:extLst>
      <p:ext uri="{BB962C8B-B14F-4D97-AF65-F5344CB8AC3E}">
        <p14:creationId xmlns:p14="http://schemas.microsoft.com/office/powerpoint/2010/main" val="33694324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t>Key Technologies of Antivirus Software - Repair</a:t>
            </a:r>
            <a:endParaRPr lang="en-US" altLang="zh-CN" dirty="0"/>
          </a:p>
        </p:txBody>
      </p:sp>
      <p:sp>
        <p:nvSpPr>
          <p:cNvPr id="5" name="文本占位符 4"/>
          <p:cNvSpPr>
            <a:spLocks noGrp="1"/>
          </p:cNvSpPr>
          <p:nvPr>
            <p:ph type="body" sz="quarter" idx="10"/>
          </p:nvPr>
        </p:nvSpPr>
        <p:spPr/>
        <p:txBody>
          <a:bodyPr/>
          <a:lstStyle/>
          <a:p>
            <a:r>
              <a:rPr lang="en-US"/>
              <a:t>Antivirus software usually deletes infected files to remove viruses. In this case, some system files may be deleted by mistake. As a result, the system breaks down and cannot start. The repair technology of antivirus software repairs damaged files.</a:t>
            </a:r>
            <a:endParaRPr lang="en-US" altLang="zh-CN" dirty="0"/>
          </a:p>
        </p:txBody>
      </p:sp>
      <p:pic>
        <p:nvPicPr>
          <p:cNvPr id="6" name="图片 5"/>
          <p:cNvPicPr>
            <a:picLocks noChangeAspect="1"/>
          </p:cNvPicPr>
          <p:nvPr/>
        </p:nvPicPr>
        <p:blipFill>
          <a:blip r:embed="rId3"/>
          <a:stretch>
            <a:fillRect/>
          </a:stretch>
        </p:blipFill>
        <p:spPr>
          <a:xfrm>
            <a:off x="6149895" y="5638187"/>
            <a:ext cx="657225" cy="133350"/>
          </a:xfrm>
          <a:prstGeom prst="rect">
            <a:avLst/>
          </a:prstGeom>
        </p:spPr>
      </p:pic>
      <p:pic>
        <p:nvPicPr>
          <p:cNvPr id="8" name="图片 7"/>
          <p:cNvPicPr>
            <a:picLocks noChangeAspect="1"/>
          </p:cNvPicPr>
          <p:nvPr/>
        </p:nvPicPr>
        <p:blipFill>
          <a:blip r:embed="rId3"/>
          <a:stretch>
            <a:fillRect/>
          </a:stretch>
        </p:blipFill>
        <p:spPr>
          <a:xfrm>
            <a:off x="6096001" y="5799066"/>
            <a:ext cx="657225" cy="133350"/>
          </a:xfrm>
          <a:prstGeom prst="rect">
            <a:avLst/>
          </a:prstGeom>
        </p:spPr>
      </p:pic>
      <p:pic>
        <p:nvPicPr>
          <p:cNvPr id="9" name="图片 8"/>
          <p:cNvPicPr>
            <a:picLocks noChangeAspect="1"/>
          </p:cNvPicPr>
          <p:nvPr/>
        </p:nvPicPr>
        <p:blipFill>
          <a:blip r:embed="rId3"/>
          <a:stretch>
            <a:fillRect/>
          </a:stretch>
        </p:blipFill>
        <p:spPr>
          <a:xfrm>
            <a:off x="6096001" y="5751127"/>
            <a:ext cx="657225" cy="133350"/>
          </a:xfrm>
          <a:prstGeom prst="rect">
            <a:avLst/>
          </a:prstGeom>
        </p:spPr>
      </p:pic>
      <p:pic>
        <p:nvPicPr>
          <p:cNvPr id="10" name="图片 9"/>
          <p:cNvPicPr>
            <a:picLocks noChangeAspect="1"/>
          </p:cNvPicPr>
          <p:nvPr/>
        </p:nvPicPr>
        <p:blipFill>
          <a:blip r:embed="rId3"/>
          <a:stretch>
            <a:fillRect/>
          </a:stretch>
        </p:blipFill>
        <p:spPr>
          <a:xfrm>
            <a:off x="6096001" y="5831567"/>
            <a:ext cx="657225" cy="133350"/>
          </a:xfrm>
          <a:prstGeom prst="rect">
            <a:avLst/>
          </a:prstGeom>
        </p:spPr>
      </p:pic>
      <p:pic>
        <p:nvPicPr>
          <p:cNvPr id="11" name="图片 10"/>
          <p:cNvPicPr>
            <a:picLocks noChangeAspect="1"/>
          </p:cNvPicPr>
          <p:nvPr/>
        </p:nvPicPr>
        <p:blipFill>
          <a:blip r:embed="rId3"/>
          <a:stretch>
            <a:fillRect/>
          </a:stretch>
        </p:blipFill>
        <p:spPr>
          <a:xfrm>
            <a:off x="6186378" y="5847005"/>
            <a:ext cx="657225" cy="133350"/>
          </a:xfrm>
          <a:prstGeom prst="rect">
            <a:avLst/>
          </a:prstGeom>
        </p:spPr>
      </p:pic>
      <p:pic>
        <p:nvPicPr>
          <p:cNvPr id="13" name="图片 12"/>
          <p:cNvPicPr>
            <a:picLocks noChangeAspect="1"/>
          </p:cNvPicPr>
          <p:nvPr/>
        </p:nvPicPr>
        <p:blipFill>
          <a:blip r:embed="rId3"/>
          <a:stretch>
            <a:fillRect/>
          </a:stretch>
        </p:blipFill>
        <p:spPr>
          <a:xfrm>
            <a:off x="6177969" y="5795155"/>
            <a:ext cx="657225" cy="133350"/>
          </a:xfrm>
          <a:prstGeom prst="rect">
            <a:avLst/>
          </a:prstGeom>
        </p:spPr>
      </p:pic>
      <p:pic>
        <p:nvPicPr>
          <p:cNvPr id="15" name="图片 14"/>
          <p:cNvPicPr>
            <a:picLocks noChangeAspect="1"/>
          </p:cNvPicPr>
          <p:nvPr/>
        </p:nvPicPr>
        <p:blipFill>
          <a:blip r:embed="rId3"/>
          <a:stretch>
            <a:fillRect/>
          </a:stretch>
        </p:blipFill>
        <p:spPr>
          <a:xfrm>
            <a:off x="6057414" y="5638437"/>
            <a:ext cx="657225" cy="133350"/>
          </a:xfrm>
          <a:prstGeom prst="rect">
            <a:avLst/>
          </a:prstGeom>
        </p:spPr>
      </p:pic>
    </p:spTree>
    <p:extLst>
      <p:ext uri="{BB962C8B-B14F-4D97-AF65-F5344CB8AC3E}">
        <p14:creationId xmlns:p14="http://schemas.microsoft.com/office/powerpoint/2010/main" val="23111942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t>Key Technologies of Antivirus Software - Real-Time Update</a:t>
            </a:r>
            <a:endParaRPr lang="en-US" altLang="zh-CN" dirty="0"/>
          </a:p>
        </p:txBody>
      </p:sp>
      <p:sp>
        <p:nvSpPr>
          <p:cNvPr id="5" name="文本占位符 4"/>
          <p:cNvSpPr>
            <a:spLocks noGrp="1"/>
          </p:cNvSpPr>
          <p:nvPr>
            <p:ph type="body" sz="quarter" idx="10"/>
          </p:nvPr>
        </p:nvSpPr>
        <p:spPr/>
        <p:txBody>
          <a:bodyPr/>
          <a:lstStyle/>
          <a:p>
            <a:r>
              <a:rPr lang="en-US"/>
              <a:t>The </a:t>
            </a:r>
            <a:r>
              <a:rPr lang="en-US" altLang="zh-CN"/>
              <a:t>virus signature </a:t>
            </a:r>
            <a:r>
              <a:rPr lang="en-US"/>
              <a:t>database of antivirus software is usually lagged behind computer viruses. Therefore, the real-time update of the </a:t>
            </a:r>
            <a:r>
              <a:rPr lang="en-US" altLang="zh-CN"/>
              <a:t>virus signature </a:t>
            </a:r>
            <a:r>
              <a:rPr lang="en-US"/>
              <a:t>database is particularly important.</a:t>
            </a:r>
            <a:endParaRPr lang="en-US" altLang="zh-CN" dirty="0"/>
          </a:p>
        </p:txBody>
      </p:sp>
      <p:pic>
        <p:nvPicPr>
          <p:cNvPr id="6" name="图片 5"/>
          <p:cNvPicPr>
            <a:picLocks noChangeAspect="1"/>
          </p:cNvPicPr>
          <p:nvPr/>
        </p:nvPicPr>
        <p:blipFill>
          <a:blip r:embed="rId3"/>
          <a:stretch>
            <a:fillRect/>
          </a:stretch>
        </p:blipFill>
        <p:spPr>
          <a:xfrm>
            <a:off x="2819636" y="2729471"/>
            <a:ext cx="6372708" cy="3606709"/>
          </a:xfrm>
          <a:prstGeom prst="rect">
            <a:avLst/>
          </a:prstGeom>
        </p:spPr>
      </p:pic>
    </p:spTree>
    <p:extLst>
      <p:ext uri="{BB962C8B-B14F-4D97-AF65-F5344CB8AC3E}">
        <p14:creationId xmlns:p14="http://schemas.microsoft.com/office/powerpoint/2010/main" val="479801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t>Key Technologies of Antivirus Software - Proactive Defense</a:t>
            </a:r>
            <a:endParaRPr lang="en-US" altLang="zh-CN" dirty="0"/>
          </a:p>
        </p:txBody>
      </p:sp>
      <p:sp>
        <p:nvSpPr>
          <p:cNvPr id="5" name="文本占位符 4"/>
          <p:cNvSpPr>
            <a:spLocks noGrp="1"/>
          </p:cNvSpPr>
          <p:nvPr>
            <p:ph type="body" sz="quarter" idx="10"/>
          </p:nvPr>
        </p:nvSpPr>
        <p:spPr/>
        <p:txBody>
          <a:bodyPr/>
          <a:lstStyle/>
          <a:p>
            <a:r>
              <a:rPr lang="en-US"/>
              <a:t>Antivirus software can also monitor program actions and files to automatically detect viruses and perform proactive defense.</a:t>
            </a:r>
            <a:endParaRPr lang="en-US" altLang="zh-CN" dirty="0"/>
          </a:p>
        </p:txBody>
      </p:sp>
      <p:pic>
        <p:nvPicPr>
          <p:cNvPr id="8" name="图片 7"/>
          <p:cNvPicPr>
            <a:picLocks noChangeAspect="1"/>
          </p:cNvPicPr>
          <p:nvPr/>
        </p:nvPicPr>
        <p:blipFill>
          <a:blip r:embed="rId3"/>
          <a:stretch>
            <a:fillRect/>
          </a:stretch>
        </p:blipFill>
        <p:spPr>
          <a:xfrm>
            <a:off x="2063552" y="2204864"/>
            <a:ext cx="7889544" cy="4104456"/>
          </a:xfrm>
          <a:prstGeom prst="rect">
            <a:avLst/>
          </a:prstGeom>
        </p:spPr>
      </p:pic>
    </p:spTree>
    <p:extLst>
      <p:ext uri="{BB962C8B-B14F-4D97-AF65-F5344CB8AC3E}">
        <p14:creationId xmlns:p14="http://schemas.microsoft.com/office/powerpoint/2010/main" val="3200533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Mainstream Antivirus Software in China</a:t>
            </a:r>
            <a:endParaRPr lang="en-US" altLang="zh-CN" dirty="0"/>
          </a:p>
        </p:txBody>
      </p:sp>
      <p:graphicFrame>
        <p:nvGraphicFramePr>
          <p:cNvPr id="6" name="图示 5"/>
          <p:cNvGraphicFramePr/>
          <p:nvPr/>
        </p:nvGraphicFramePr>
        <p:xfrm>
          <a:off x="1047956" y="1412775"/>
          <a:ext cx="10027551" cy="49685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10430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What Antivirus Software Do Users Need?</a:t>
            </a:r>
            <a:endParaRPr lang="en-US" altLang="zh-CN" dirty="0"/>
          </a:p>
        </p:txBody>
      </p:sp>
      <p:grpSp>
        <p:nvGrpSpPr>
          <p:cNvPr id="3" name="组合 2"/>
          <p:cNvGrpSpPr/>
          <p:nvPr/>
        </p:nvGrpSpPr>
        <p:grpSpPr>
          <a:xfrm>
            <a:off x="1487488" y="1376772"/>
            <a:ext cx="8806145" cy="4819530"/>
            <a:chOff x="2532586" y="1741818"/>
            <a:chExt cx="6766788" cy="3703407"/>
          </a:xfrm>
        </p:grpSpPr>
        <p:pic>
          <p:nvPicPr>
            <p:cNvPr id="3074" name="Picture 2" descr="https://timgsa.baidu.com/timg?image&amp;quality=80&amp;size=b9999_10000&amp;sec=1524719927894&amp;di=c6378e2818e0fd871a20c90a09a60815&amp;imgtype=0&amp;src=http%3A%2F%2Fimgsrc.baidu.com%2Fimgad%2Fpic%2Fitem%2F91529822720e0cf3f67a6fd20146f21fbe09aa0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7164" y="2490932"/>
              <a:ext cx="3939057" cy="2954293"/>
            </a:xfrm>
            <a:prstGeom prst="rect">
              <a:avLst/>
            </a:prstGeom>
            <a:noFill/>
            <a:extLst>
              <a:ext uri="{909E8E84-426E-40DD-AFC4-6F175D3DCCD1}">
                <a14:hiddenFill xmlns:a14="http://schemas.microsoft.com/office/drawing/2010/main">
                  <a:solidFill>
                    <a:srgbClr val="FFFFFF"/>
                  </a:solidFill>
                </a14:hiddenFill>
              </a:ext>
            </a:extLst>
          </p:spPr>
        </p:pic>
        <p:sp>
          <p:nvSpPr>
            <p:cNvPr id="5" name="椭圆形标注 4"/>
            <p:cNvSpPr/>
            <p:nvPr/>
          </p:nvSpPr>
          <p:spPr bwMode="auto">
            <a:xfrm>
              <a:off x="7644172" y="2204864"/>
              <a:ext cx="1655202" cy="1011934"/>
            </a:xfrm>
            <a:prstGeom prst="wedgeEllipseCallout">
              <a:avLst>
                <a:gd name="adj1" fmla="val -31232"/>
                <a:gd name="adj2" fmla="val 60374"/>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600" dirty="0">
                  <a:latin typeface="微软雅黑" panose="020B0503020204020204" pitchFamily="34" charset="-122"/>
                  <a:ea typeface="微软雅黑" panose="020B0503020204020204" pitchFamily="34" charset="-122"/>
                </a:rPr>
                <a:t>UI</a:t>
              </a:r>
            </a:p>
          </p:txBody>
        </p:sp>
        <p:sp>
          <p:nvSpPr>
            <p:cNvPr id="11" name="椭圆形标注 10"/>
            <p:cNvSpPr/>
            <p:nvPr/>
          </p:nvSpPr>
          <p:spPr bwMode="auto">
            <a:xfrm>
              <a:off x="5808967" y="1741818"/>
              <a:ext cx="1655202" cy="1011934"/>
            </a:xfrm>
            <a:prstGeom prst="wedgeEllipseCallou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600" dirty="0">
                  <a:latin typeface="微软雅黑" panose="020B0503020204020204" pitchFamily="34" charset="-122"/>
                  <a:ea typeface="微软雅黑" panose="020B0503020204020204" pitchFamily="34" charset="-122"/>
                </a:rPr>
                <a:t>Antivirus speed</a:t>
              </a:r>
              <a:endParaRPr lang="en-US" altLang="zh-CN" sz="1600" dirty="0">
                <a:latin typeface="微软雅黑" panose="020B0503020204020204" pitchFamily="34" charset="-122"/>
                <a:ea typeface="微软雅黑" panose="020B0503020204020204" pitchFamily="34" charset="-122"/>
              </a:endParaRPr>
            </a:p>
          </p:txBody>
        </p:sp>
        <p:sp>
          <p:nvSpPr>
            <p:cNvPr id="12" name="椭圆形标注 11"/>
            <p:cNvSpPr/>
            <p:nvPr/>
          </p:nvSpPr>
          <p:spPr bwMode="auto">
            <a:xfrm flipH="1">
              <a:off x="4044754" y="1768994"/>
              <a:ext cx="1655202" cy="1011934"/>
            </a:xfrm>
            <a:prstGeom prst="wedgeEllipseCallout">
              <a:avLst>
                <a:gd name="adj1" fmla="val -16283"/>
                <a:gd name="adj2" fmla="val 6356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600" dirty="0">
                  <a:latin typeface="微软雅黑" panose="020B0503020204020204" pitchFamily="34" charset="-122"/>
                  <a:ea typeface="微软雅黑" panose="020B0503020204020204" pitchFamily="34" charset="-122"/>
                </a:rPr>
                <a:t>Occupied resources</a:t>
              </a:r>
              <a:endParaRPr lang="en-US" altLang="zh-CN" sz="1600" dirty="0">
                <a:latin typeface="微软雅黑" panose="020B0503020204020204" pitchFamily="34" charset="-122"/>
                <a:ea typeface="微软雅黑" panose="020B0503020204020204" pitchFamily="34" charset="-122"/>
              </a:endParaRPr>
            </a:p>
          </p:txBody>
        </p:sp>
        <p:sp>
          <p:nvSpPr>
            <p:cNvPr id="13" name="椭圆形标注 12"/>
            <p:cNvSpPr/>
            <p:nvPr/>
          </p:nvSpPr>
          <p:spPr bwMode="auto">
            <a:xfrm flipH="1">
              <a:off x="2532586" y="2345058"/>
              <a:ext cx="1655202" cy="1011934"/>
            </a:xfrm>
            <a:prstGeom prst="wedgeEllipseCallout">
              <a:avLst>
                <a:gd name="adj1" fmla="val -53330"/>
                <a:gd name="adj2" fmla="val 497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algn="ctr" fontAlgn="ctr"/>
              <a:r>
                <a:rPr lang="en-US" sz="1600" dirty="0">
                  <a:latin typeface="微软雅黑" panose="020B0503020204020204" pitchFamily="34" charset="-122"/>
                  <a:ea typeface="微软雅黑" panose="020B0503020204020204" pitchFamily="34" charset="-122"/>
                </a:rPr>
                <a:t>Antivirus effect</a:t>
              </a:r>
              <a:endParaRPr lang="en-US" altLang="zh-CN" sz="16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049084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t>Common Knowledge of Antivirus Software</a:t>
            </a:r>
            <a:endParaRPr lang="en-US" dirty="0"/>
          </a:p>
        </p:txBody>
      </p:sp>
      <p:sp>
        <p:nvSpPr>
          <p:cNvPr id="3" name="文本占位符 2"/>
          <p:cNvSpPr>
            <a:spLocks noGrp="1"/>
          </p:cNvSpPr>
          <p:nvPr>
            <p:ph type="body" sz="quarter" idx="10"/>
          </p:nvPr>
        </p:nvSpPr>
        <p:spPr/>
        <p:txBody>
          <a:bodyPr/>
          <a:lstStyle/>
          <a:p>
            <a:r>
              <a:rPr lang="en-US"/>
              <a:t>Antivirus software cannot scan or kill all viruses.</a:t>
            </a:r>
            <a:endParaRPr lang="en-US" altLang="zh-CN"/>
          </a:p>
          <a:p>
            <a:r>
              <a:rPr lang="en-US"/>
              <a:t>Antivirus software cannot kill all scanned viruses.</a:t>
            </a:r>
            <a:endParaRPr lang="en-US" altLang="zh-CN"/>
          </a:p>
          <a:p>
            <a:r>
              <a:rPr lang="en-US"/>
              <a:t>It is unnecessary to install two or more sets of antivirus software on one OS of a computer (unless for compatible or green versions), although many types of antivirus software are compatible. In addition, you are advised to view the list of incompatible programs.</a:t>
            </a:r>
            <a:endParaRPr lang="en-US" altLang="zh-CN"/>
          </a:p>
          <a:p>
            <a:r>
              <a:rPr lang="en-US"/>
              <a:t>Antivirus software may clear, delete, forbid access to, or isolate infected files. It also may not process the files.</a:t>
            </a:r>
            <a:endParaRPr lang="en-US" altLang="zh-CN" dirty="0"/>
          </a:p>
        </p:txBody>
      </p:sp>
    </p:spTree>
    <p:extLst>
      <p:ext uri="{BB962C8B-B14F-4D97-AF65-F5344CB8AC3E}">
        <p14:creationId xmlns:p14="http://schemas.microsoft.com/office/powerpoint/2010/main" val="15714968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118865880"/>
          <p:cNvSpPr>
            <a:spLocks noGrp="1"/>
          </p:cNvSpPr>
          <p:nvPr>
            <p:ph type="body" sz="quarter" idx="10"/>
          </p:nvPr>
        </p:nvSpPr>
        <p:spPr/>
        <p:txBody>
          <a:bodyPr/>
          <a:lstStyle/>
          <a:p>
            <a:r>
              <a:rPr lang="en-US" altLang="zh-CN"/>
              <a:t>Server Overview</a:t>
            </a:r>
          </a:p>
          <a:p>
            <a:r>
              <a:rPr lang="en-US" altLang="zh-CN"/>
              <a:t>Common Server Software</a:t>
            </a:r>
          </a:p>
          <a:p>
            <a:r>
              <a:rPr lang="en-US" altLang="zh-CN"/>
              <a:t>Server Security Threats</a:t>
            </a:r>
          </a:p>
          <a:p>
            <a:r>
              <a:rPr lang="en-US" altLang="zh-CN"/>
              <a:t>Vulnerabilities and Patches</a:t>
            </a:r>
            <a:endParaRPr lang="en-US" altLang="zh-CN" dirty="0"/>
          </a:p>
        </p:txBody>
      </p:sp>
    </p:spTree>
    <p:extLst>
      <p:ext uri="{BB962C8B-B14F-4D97-AF65-F5344CB8AC3E}">
        <p14:creationId xmlns:p14="http://schemas.microsoft.com/office/powerpoint/2010/main" val="12237805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7329774"/>
      </p:ext>
    </p:extLst>
  </p:cSld>
  <p:clrMapOvr>
    <a:masterClrMapping/>
  </p:clrMapOvr>
</p:sld>
</file>

<file path=ppt/theme/theme1.xml><?xml version="1.0" encoding="utf-8"?>
<a:theme xmlns:a="http://schemas.openxmlformats.org/drawingml/2006/main" name="培训与认证部-母版">
  <a:themeElements>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fontScheme name="自定义 1">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000" b="0" i="0" u="none" strike="noStrike" cap="none" normalizeH="0" baseline="0" smtClean="0">
            <a:ln>
              <a:noFill/>
            </a:ln>
            <a:solidFill>
              <a:schemeClr val="tx1"/>
            </a:solidFill>
            <a:effectLst/>
            <a:latin typeface="FrutigerNext LT Regular" pitchFamily="34" charset="0"/>
            <a:ea typeface="宋体" pitchFamily="2" charset="-122"/>
          </a:defRPr>
        </a:defPPr>
      </a:lstStyle>
    </a:lnDef>
    <a:txDef>
      <a:spPr bwMode="auto">
        <a:noFill/>
        <a:ln w="9525">
          <a:noFill/>
          <a:miter lim="800000"/>
          <a:headEnd/>
          <a:tailEnd/>
        </a:ln>
      </a:spPr>
      <a:bodyPr wrap="none" lIns="99980" tIns="49986" rIns="99980" bIns="49986">
        <a:spAutoFit/>
      </a:bodyPr>
      <a:lstStyle>
        <a:defPPr algn="ctr" defTabSz="1001649" eaLnBrk="0" hangingPunct="0">
          <a:defRPr sz="1400" dirty="0" smtClean="0">
            <a:solidFill>
              <a:srgbClr val="000000"/>
            </a:solidFill>
            <a:latin typeface="+mn-lt"/>
            <a:ea typeface="+mn-ea"/>
            <a:cs typeface="Arial" pitchFamily="34" charset="0"/>
          </a:defRPr>
        </a:defPPr>
      </a:lstStyle>
    </a:txDef>
  </a:objectDefaults>
  <a:extraClrSchemeLst>
    <a:extraClrScheme>
      <a:clrScheme name="default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006699"/>
        </a:hlink>
        <a:folHlink>
          <a:srgbClr val="999999"/>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CCCCCC"/>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 1">
      <a:majorFont>
        <a:latin typeface="微软雅黑"/>
        <a:ea typeface="黑体"/>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E5C92F24E4244AAD2ED8B96D617959" ma:contentTypeVersion="6" ma:contentTypeDescription="Create a new document." ma:contentTypeScope="" ma:versionID="3018d496b803f6cc1781f7a6cb4acf16">
  <xsd:schema xmlns:xsd="http://www.w3.org/2001/XMLSchema" xmlns:xs="http://www.w3.org/2001/XMLSchema" xmlns:p="http://schemas.microsoft.com/office/2006/metadata/properties" xmlns:ns2="f6eb52e1-44dd-45c2-887b-74d63854f9ed" targetNamespace="http://schemas.microsoft.com/office/2006/metadata/properties" ma:root="true" ma:fieldsID="b11849237a42fd386cbd3544317d650b" ns2:_="">
    <xsd:import namespace="f6eb52e1-44dd-45c2-887b-74d63854f9e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eb52e1-44dd-45c2-887b-74d63854f9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5F9529-D29D-4DB7-A7BE-DB5B4AB77F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eb52e1-44dd-45c2-887b-74d63854f9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E3093B-232B-4C15-AB25-7F1FBE134870}">
  <ds:schemaRefs>
    <ds:schemaRef ds:uri="http://schemas.microsoft.com/office/2006/metadata/properties"/>
  </ds:schemaRefs>
</ds:datastoreItem>
</file>

<file path=customXml/itemProps3.xml><?xml version="1.0" encoding="utf-8"?>
<ds:datastoreItem xmlns:ds="http://schemas.openxmlformats.org/officeDocument/2006/customXml" ds:itemID="{723E6701-3943-4A44-84F3-F772B508883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63419</TotalTime>
  <Words>6104</Words>
  <Application>Microsoft Macintosh PowerPoint</Application>
  <PresentationFormat>Widescreen</PresentationFormat>
  <Paragraphs>531</Paragraphs>
  <Slides>66</Slides>
  <Notes>65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66</vt:i4>
      </vt:variant>
    </vt:vector>
  </HeadingPairs>
  <TitlesOfParts>
    <vt:vector size="76" baseType="lpstr">
      <vt:lpstr>微软雅黑</vt:lpstr>
      <vt:lpstr>Arial</vt:lpstr>
      <vt:lpstr>Calibri</vt:lpstr>
      <vt:lpstr>Calibri Light</vt:lpstr>
      <vt:lpstr>FrutigerNext LT Light</vt:lpstr>
      <vt:lpstr>FrutigerNext LT Medium</vt:lpstr>
      <vt:lpstr>FrutigerNext LT Regular</vt:lpstr>
      <vt:lpstr>Wingdings</vt:lpstr>
      <vt:lpstr>培训与认证部-母版</vt:lpstr>
      <vt:lpstr>Office Theme</vt:lpstr>
      <vt:lpstr>Common Server Types and Threats  ISC FA24 </vt:lpstr>
      <vt:lpstr>PowerPoint Presentation</vt:lpstr>
      <vt:lpstr>PowerPoint Presentation</vt:lpstr>
      <vt:lpstr>PowerPoint Presentation</vt:lpstr>
      <vt:lpstr>What is a Server?</vt:lpstr>
      <vt:lpstr>Features of a Server</vt:lpstr>
      <vt:lpstr>Servers vs PCs</vt:lpstr>
      <vt:lpstr>Server Classification</vt:lpstr>
      <vt:lpstr>PowerPoint Presentation</vt:lpstr>
      <vt:lpstr>Server Software</vt:lpstr>
      <vt:lpstr>PowerPoint Presentation</vt:lpstr>
      <vt:lpstr>Server Security Threats</vt:lpstr>
      <vt:lpstr>Malicious Programs</vt:lpstr>
      <vt:lpstr>Brute Force Cracking by Hackers</vt:lpstr>
      <vt:lpstr>SQL Injection Attacks</vt:lpstr>
      <vt:lpstr>DDoS Attacks</vt:lpstr>
      <vt:lpstr>Common Security Threat Defense Methods</vt:lpstr>
      <vt:lpstr>PowerPoint Presentation</vt:lpstr>
      <vt:lpstr>Definition of Vulnerability</vt:lpstr>
      <vt:lpstr>Vulnerability Hazards</vt:lpstr>
      <vt:lpstr>Vulnerability Classification</vt:lpstr>
      <vt:lpstr>Causes of System Vulnerabilities</vt:lpstr>
      <vt:lpstr>Vulnerability Scanning</vt:lpstr>
      <vt:lpstr>Common Scanning Methods</vt:lpstr>
      <vt:lpstr>Definition of Patch</vt:lpstr>
      <vt:lpstr>PowerPoint Presentation</vt:lpstr>
      <vt:lpstr>WannaCry Ransomware Attack</vt:lpstr>
      <vt:lpstr>DROWN Vulnerability</vt:lpstr>
      <vt:lpstr>How Do You Defend Against These Vulnerabilities?</vt:lpstr>
      <vt:lpstr>PowerPoint Presentation</vt:lpstr>
      <vt:lpstr>Host Firewalls and Antivirus Software</vt:lpstr>
      <vt:lpstr>PowerPoint Presentation</vt:lpstr>
      <vt:lpstr>PowerPoint Presentation</vt:lpstr>
      <vt:lpstr>PowerPoint Presentation</vt:lpstr>
      <vt:lpstr>What Is a Firewall?</vt:lpstr>
      <vt:lpstr>Firewall Classification</vt:lpstr>
      <vt:lpstr>Windows Firewalls</vt:lpstr>
      <vt:lpstr>Windows Firewall Settings</vt:lpstr>
      <vt:lpstr>Windows Firewall Rule Settings</vt:lpstr>
      <vt:lpstr>Windows Firewall Notification Rule</vt:lpstr>
      <vt:lpstr>Enabling or Disabling a Windows Firewall</vt:lpstr>
      <vt:lpstr>Initializing Windows Firewall Settings</vt:lpstr>
      <vt:lpstr>Advanced Windows Firewall Settings</vt:lpstr>
      <vt:lpstr>Windows Firewall Rule Settings</vt:lpstr>
      <vt:lpstr>PowerPoint Presentation</vt:lpstr>
      <vt:lpstr>Iptables Introduction</vt:lpstr>
      <vt:lpstr>Iptables Structure</vt:lpstr>
      <vt:lpstr>Basic Concepts of Iptables - Rule</vt:lpstr>
      <vt:lpstr>Basic Concepts of Iptables - Chain</vt:lpstr>
      <vt:lpstr>Basic Concepts of Iptables - Table</vt:lpstr>
      <vt:lpstr>Process of Transmitting Data Packets by Iptables</vt:lpstr>
      <vt:lpstr>Iptables Rules</vt:lpstr>
      <vt:lpstr>PowerPoint Presentation</vt:lpstr>
      <vt:lpstr>What Is Antivirus Software?</vt:lpstr>
      <vt:lpstr>Basic Functions of Antivirus Software</vt:lpstr>
      <vt:lpstr>Antivirus Software Components</vt:lpstr>
      <vt:lpstr>Key Technologies of Antivirus Software - Unpacking</vt:lpstr>
      <vt:lpstr>Key Technologies of Antivirus Software - Self- protection</vt:lpstr>
      <vt:lpstr>Key Technologies of Antivirus Software - Repair</vt:lpstr>
      <vt:lpstr>Key Technologies of Antivirus Software - Real-Time Update</vt:lpstr>
      <vt:lpstr>Key Technologies of Antivirus Software - Proactive Defense</vt:lpstr>
      <vt:lpstr>Mainstream Antivirus Software in China</vt:lpstr>
      <vt:lpstr>What Antivirus Software Do Users Need?</vt:lpstr>
      <vt:lpstr>Common Knowledge of Antivirus Software</vt:lpstr>
      <vt:lpstr>PowerPoint Presentation</vt:lpstr>
      <vt:lpstr>PowerPoint Presentation</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c37402</dc:creator>
  <cp:lastModifiedBy>Microsoft Office User</cp:lastModifiedBy>
  <cp:revision>2337</cp:revision>
  <dcterms:created xsi:type="dcterms:W3CDTF">2003-08-21T06:48:56Z</dcterms:created>
  <dcterms:modified xsi:type="dcterms:W3CDTF">2024-09-12T04:34:43Z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s_pID_725343">
    <vt:lpwstr>(11)3UhSoOyFRqszoDxskLpj5cCgHy0/Ke5a2v36AUt5KrgSjqJy4EvmEMiX5YGaXFvp9/UK33Tw_x000d_ RaJW6EwaME9+dHZpcw3Qvwx3X7+7GB6JsqeHubWWQ6I3ypfAK+5vZMWsyNDf33Q+yGzlBfYD_x000d_ OIxQyuEVYPacOcTgO0GGMLWMsFSrAduWXi7lDNFdBfllJdxWMbs3FZsryX4VjGFDgDu63a6N_x000d_ xu0BGaqu6EF4Ju8poQ</vt:lpwstr>
  </property>
  <property fmtid="{D5CDD505-2E9C-101B-9397-08002B2CF9AE}" pid="3" name="_ms_pID_7253431">
    <vt:lpwstr>BMOYFB6vneTRz7L1g0JJ22H5/isfqcfzh5pBpQdNEd/89Bu2iKf9rF_x000d_ 8op/8IkqLeMh+keGDgdcj0lWvNSDrOiKETLVLHKf0dAV/wbUZ1Pl7vsyjFd1JF5Sf0W2EphX_x000d_ kKThqtFyyfZrx1rpBmQNejSbMMFaLTOhJRIkS1kte6dPRjiNcn8xXAQwCfg3MVqEesS/QFUS_x000d_ 0434uENqVn3WpAxX7t7QHrSfmaRXx4stZ0aQ</vt:lpwstr>
  </property>
  <property fmtid="{D5CDD505-2E9C-101B-9397-08002B2CF9AE}" pid="4" name="_ms_pID_7253432">
    <vt:lpwstr>GlOhGokx+m1IQbE70sXTnuxTIMf68mvALZnx_x000d_ Ap3/iFwG1LihCpUCHf3Bn2ll5x23Yax8rhDQQtrN1FnZFQ+cIj2o+7GIyP6ibG2HnXSKhrF0_x000d_ vPb1zyvTEXDg5RRTl9mncM3qDJ57f7PknXx06TDv+x7A8WWQj9+kQijlJ2TzwFBui7LtkmpH_x000d_ +mYGiVPOsW+HAtEsl7A7QZExQOhpwhAKMowhwI7jB8gr0KFQzNskLY</vt:lpwstr>
  </property>
  <property fmtid="{D5CDD505-2E9C-101B-9397-08002B2CF9AE}" pid="5" name="_ms_pID_7253433">
    <vt:lpwstr>wdIY6NepULtXPaJiBT_x000d_ /NMRWPBa1Alrv+5zAztbQlwb14ItSrxj60fGWez57M9Y3Nc4tyEb941dzOsuIhoTncg4RVmX_x000d_ eIeh+kU6g7eOHI10wgRC7DyP2ooQ+zhQFN0L7N5Mhaj1f9/5QtY13CoxxVFyGTcNauHWJ/c/_x000d_ xy0hCj36m3LnI3+Mp3x+uuharMKms1ddOydlHr6th8+Xl0sscO+2Zg0PmeesnZ8SxgDRDgR/</vt:lpwstr>
  </property>
  <property fmtid="{D5CDD505-2E9C-101B-9397-08002B2CF9AE}" pid="6" name="_ms_pID_7253434">
    <vt:lpwstr>_x000d_ 06fuLz5Gs8F0062xWxQ4bNWmlQvUIY4ng3ooElJg7LpATs2N9FWODlMO09ItIhhhfBl71QoV_x000d_ TtICtiXbCRS8Mgf/00AXGY8En0/xvatrf6I7cF468IRRjRyCdV90XxXwVeExV5j1jZDrC2Jq_x000d_ l5GwJ4VyV9PDCqrI+drn/Y0ThOgfgW1VVXGo11fNi/vEjhI9/V83n6i9wMsMQkvlBqW/TwEs_x000d_ 6YoFjibjQLqH5ZQL</vt:lpwstr>
  </property>
  <property fmtid="{D5CDD505-2E9C-101B-9397-08002B2CF9AE}" pid="7" name="_ms_pID_7253435">
    <vt:lpwstr>aGcNmArSL7sKVRrXgCFeQCME3tSlGMGc1nn3F68Tlh0VzDGXMvPzk5kK_x000d_ zswiwHIYB5Bp7la8BzkurY4rONAlJzypOuUxaz8M6JW8maYWkfR3VJZ9uDKrtHfxmF7oTknV_x000d_ 0D0s5bhsrWyCgRnFkF9vpWQ0HdNdJ/2yrkO382WhWcp+N1RcxBubAoHCpm0gsHtQiWYFGoBM_x000d_ oL2nyqm6y/khwj5dIudnbisyKT+S1wWA/t</vt:lpwstr>
  </property>
  <property fmtid="{D5CDD505-2E9C-101B-9397-08002B2CF9AE}" pid="8" name="_ms_pID_7253436">
    <vt:lpwstr>TPllG6Veed9GUlfwC8cLvU8QTryE4UhobeLDXG_x000d_ ei/t7XTbTtZri5zsO3DNoARD9e5R0QxzxMu5us2xNAlqcl2eWKopk7Zmn3kTYohGakKPewGh_x000d_ +QpZycsMjFwTpwdQ8yEfaFYb67HvULkFee89Nr2/rJ/FIQdYMD2wcY1bIxGR3TNy2EhIqUh/_x000d_ 0UOiZ8P9lZw1EVxEj6INNKvwYGinwlBZGf2zpYz8UKIDbXx/LEzD</vt:lpwstr>
  </property>
  <property fmtid="{D5CDD505-2E9C-101B-9397-08002B2CF9AE}" pid="9" name="_ms_pID_7253437">
    <vt:lpwstr>ebjDDi5yUz3Atc4gUDb5_x000d_ +tv7+/b3L3sSem+xAm+C56IrhQpLVAKzS4HQh4O4UlqzYfcAOwFKAvwL4r6PwKKbnvmtnSvL_x000d_ fZ/ANFRbTWLaGmxYEefif/jPJGJYmp0uxtoD913402+R83n60akKT2NMT0MpTW3OvYxduzAB_x000d_ EQ2MqKNVY8rsHdLmLSoQxG0nO9feCHgC9YQHC85IolID0ED8MatySi5CL3Xn0lEqewCJQP</vt:lpwstr>
  </property>
  <property fmtid="{D5CDD505-2E9C-101B-9397-08002B2CF9AE}" pid="10" name="_ms_pID_7253438">
    <vt:lpwstr>ab_x000d_ PK8okltMeequt+iVcpdTAysW/K+KW8jBtQQllcDU8kVAs9MhO5sS3OhKCLlTLqy3BUamtgTs_x000d_ Jk3FN3LzrqdNsepuI/v+XhoJU/MWFWnfULsbESAO1BriRWfUJ/2S0GUIASb4l0oCNvkNmlxC_x000d_ 8lhvj9JQArDZg4yz3vBb400F0TLXD1E4n1bhjCvs56P9B4TP1zZ/O5FsGRAXJ+zl68+jNdVz_x000d_ kH+o8OlUWk4t9E</vt:lpwstr>
  </property>
  <property fmtid="{D5CDD505-2E9C-101B-9397-08002B2CF9AE}" pid="11" name="_ms_pID_7253439">
    <vt:lpwstr>gIXfEEoigI1CkVl4g0ENU/CyZuFKpB682zRrdiQadZJHgCspzF0zSSAXy4_x000d_ VKOo5XvgowQ73d4FADinc5+tJv8wHX1LsFToDkFhTzPJqbAUQX1vsQzGvZxlQr78WPj+SQIE_x000d_ fGxkVPlx+pDPs6rnSNZTbRUQwRlfuqU/DsssWUnWyv1gW04vkIWVpodKl604OJ1cms6HPzbe_x000d_ Mzwm3Gft3+DwKhutUMlITUa1+DZtcPe9</vt:lpwstr>
  </property>
  <property fmtid="{D5CDD505-2E9C-101B-9397-08002B2CF9AE}" pid="12" name="_ms_pID_72534310">
    <vt:lpwstr>9Yf9LGFXEnVCZfwfIBUFCxe3M9gP60jstDzRuK52_x000d_ Xcp8/qWzZGKHAdKR4PEqJ+oEpao/6Go6gc41a7KkCXK47Fwt7JL0XCUh</vt:lpwstr>
  </property>
  <property fmtid="{D5CDD505-2E9C-101B-9397-08002B2CF9AE}" pid="13" name="_new_ms_pID_72543">
    <vt:lpwstr>(4)JuP5KvijqeahwNEd37n122L03vOf+TA6mj7QJ1vRVZiChP7J0ZoJTsZ963gTJ6Pt01GQ8bx0
vwGc3sdse1GuWmYm3RwMUFZbbXZxVhAyZPI5DhxUiyjdABDlPKUkBLpZmNzs5tXobM/pVlDP
BhYQb4x3s9/4T7p8fd/W7tgMmqatzUv2XXR/C4SANibWndIpLLnN5mZaQ6n/zI0f48jgo8cz
N2jjgw9Ln3zbJz6LUT</vt:lpwstr>
  </property>
  <property fmtid="{D5CDD505-2E9C-101B-9397-08002B2CF9AE}" pid="14" name="_new_ms_pID_725431">
    <vt:lpwstr>HUdO40HJMT9w67T/tWh9Vvs+UE/trIGgJ77WNyD0wmjriSMT9A+p7c
38+1c6xSxGPLtWwWe7uzCzZ7jDFiu6DrikEY3wvsYxQWkGi0kytCHX08rzg6uxU/+fPD2HA2
5Z9/jLbvs7VHN1FJbgzOay+uz9xlFmeG+JEt1rIvh4m4TW1bn4hEUZHN6EXm0+Oxyqdqm68w
EMggoRwLWIN4swdvQMjusf4Fvk50gPks4goH</vt:lpwstr>
  </property>
  <property fmtid="{D5CDD505-2E9C-101B-9397-08002B2CF9AE}" pid="15" name="_new_ms_pID_725432">
    <vt:lpwstr>5QHjbuWTSjbsUxwUM9vMivwHeeiKbW6d5/Ix
3Hm9XQPs7hN6BQs2CCjVznwKHDZOwWUpshkMmgiFiynRS2e1WrMpH66e2d8L5KYvxzW5u/CK
2aKe0ajlf3T2chGjdIXoP7diT0EkMDXSfB8PO15aP+AEBOusvbu4Wgi6qwFHg9rNJVN65U6q
F5Y+bY5F17JP6PIDSl6ZNbcKXfj+3gRzSaoCeCvD5oOf3/bmVyKtfh</vt:lpwstr>
  </property>
  <property fmtid="{D5CDD505-2E9C-101B-9397-08002B2CF9AE}" pid="16" name="_new_ms_pID_725433">
    <vt:lpwstr>3c5ajHHVv97mcMYMzD
i4behQ==</vt:lpwstr>
  </property>
  <property fmtid="{D5CDD505-2E9C-101B-9397-08002B2CF9AE}" pid="17" name="_2015_ms_pID_725343">
    <vt:lpwstr>(3)1HCshSWYBYK2CDqekLmaWP1PG430x79kSWTzsWejG40mtjJzVg9UPjV/W5clkFYPegr83FIo
JspLbq6CL6//2AGGHGq9jcGTDdG4Z4fScoBRvJEzD46geIabtDzWj8i9Ou0VMOsVt631X6cz
wKnUyXh/0SlbR0agndZLo3ukPIp1x26+TQVl3C5WAB3PMCGo8r4OwXZtJOAOpOHsBeoCjKaA
3hWDTMB9xsBwjlsLCf</vt:lpwstr>
  </property>
  <property fmtid="{D5CDD505-2E9C-101B-9397-08002B2CF9AE}" pid="18" name="_2015_ms_pID_7253431">
    <vt:lpwstr>5CQ1xUMes+XijQlOI3KC/+BtStlr3wAdRpz9gFCPP3BWTcwNl3Qnjp
lMBWzScLpS1U7FAnAhUwLxrSPBczi6aGg8up3mtt1/DR2tHl+bYtWOP2B06jEr6MoyT1QT1a
iTU99kSwT80i4G1s9VB30Ys0Xj+srLbTbcW99PNVSqobodJh1SZB2X73f1613Nh+oPC3zlWR
LsWvvq8RFgUg6GYjxgLZS5MhSCumqYAnVDHs</vt:lpwstr>
  </property>
  <property fmtid="{D5CDD505-2E9C-101B-9397-08002B2CF9AE}" pid="19" name="_2015_ms_pID_7253432">
    <vt:lpwstr>gqBdo9O0FYf5J6dBjpbPwj7AXTZGwjl7h4do
mrkwvwZKP/6q1TAuBMY2qobKW3f+9g==</vt:lpwstr>
  </property>
  <property fmtid="{D5CDD505-2E9C-101B-9397-08002B2CF9AE}" pid="20" name="ContentTypeId">
    <vt:lpwstr>0x0101009FE5C92F24E4244AAD2ED8B96D617959</vt:lpwstr>
  </property>
  <property fmtid="{D5CDD505-2E9C-101B-9397-08002B2CF9AE}" pid="21" name="_readonly">
    <vt:lpwstr/>
  </property>
  <property fmtid="{D5CDD505-2E9C-101B-9397-08002B2CF9AE}" pid="22" name="_change">
    <vt:lpwstr/>
  </property>
  <property fmtid="{D5CDD505-2E9C-101B-9397-08002B2CF9AE}" pid="23" name="_full-control">
    <vt:lpwstr/>
  </property>
  <property fmtid="{D5CDD505-2E9C-101B-9397-08002B2CF9AE}" pid="24" name="sflag">
    <vt:lpwstr>1539755407</vt:lpwstr>
  </property>
</Properties>
</file>